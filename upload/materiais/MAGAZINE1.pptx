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mo Bold" panose="020B0604020202020204" charset="0"/>
      <p:regular r:id="rId13"/>
    </p:embeddedFont>
    <p:embeddedFont>
      <p:font typeface="Calibri" panose="020F0502020204030204" pitchFamily="34" charset="0"/>
      <p:regular r:id="rId14"/>
      <p:bold r:id="rId15"/>
      <p:italic r:id="rId16"/>
      <p:boldItalic r:id="rId17"/>
    </p:embeddedFont>
    <p:embeddedFont>
      <p:font typeface="Dekko" panose="020B0604020202020204" charset="0"/>
      <p:regular r:id="rId18"/>
    </p:embeddedFont>
    <p:embeddedFont>
      <p:font typeface="Hussar Bold" panose="020B0604020202020204" charset="0"/>
      <p:regular r:id="rId19"/>
    </p:embeddedFont>
    <p:embeddedFont>
      <p:font typeface="Margin" charset="0"/>
      <p:regular r:id="rId20"/>
    </p:embeddedFont>
    <p:embeddedFont>
      <p:font typeface="Montserrat" panose="00000500000000000000" pitchFamily="2" charset="0"/>
      <p:regular r:id="rId21"/>
      <p:bold r:id="rId22"/>
      <p:italic r:id="rId23"/>
      <p:boldItalic r:id="rId24"/>
    </p:embeddedFont>
    <p:embeddedFont>
      <p:font typeface="Montserrat Bold" panose="00000800000000000000" charset="0"/>
      <p:regular r:id="rId25"/>
    </p:embeddedFont>
    <p:embeddedFont>
      <p:font typeface="Montserrat Medium" panose="00000600000000000000" pitchFamily="2"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0662" autoAdjust="0"/>
    <p:restoredTop sz="94622" autoAdjust="0"/>
  </p:normalViewPr>
  <p:slideViewPr>
    <p:cSldViewPr>
      <p:cViewPr varScale="1">
        <p:scale>
          <a:sx n="39" d="100"/>
          <a:sy n="39" d="100"/>
        </p:scale>
        <p:origin x="72"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image" Target="../media/image19.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8.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8.svg"/><Relationship Id="rId7" Type="http://schemas.openxmlformats.org/officeDocument/2006/relationships/image" Target="../media/image35.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5.sv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6.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51.svg"/><Relationship Id="rId5" Type="http://schemas.openxmlformats.org/officeDocument/2006/relationships/image" Target="../media/image47.svg"/><Relationship Id="rId10" Type="http://schemas.openxmlformats.org/officeDocument/2006/relationships/image" Target="../media/image50.png"/><Relationship Id="rId4" Type="http://schemas.openxmlformats.org/officeDocument/2006/relationships/image" Target="../media/image46.png"/><Relationship Id="rId9" Type="http://schemas.openxmlformats.org/officeDocument/2006/relationships/image" Target="../media/image49.sv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jpe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8.svg"/></Relationships>
</file>

<file path=ppt/slides/_rels/slide10.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a:off x="4562119" y="1086453"/>
            <a:ext cx="9163762" cy="8114095"/>
          </a:xfrm>
          <a:custGeom>
            <a:avLst/>
            <a:gdLst/>
            <a:ahLst/>
            <a:cxnLst/>
            <a:rect l="l" t="t" r="r" b="b"/>
            <a:pathLst>
              <a:path w="9163762" h="8114095">
                <a:moveTo>
                  <a:pt x="0" y="0"/>
                </a:moveTo>
                <a:lnTo>
                  <a:pt x="9163762" y="0"/>
                </a:lnTo>
                <a:lnTo>
                  <a:pt x="9163762" y="8114094"/>
                </a:lnTo>
                <a:lnTo>
                  <a:pt x="0" y="8114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2401246" y="575123"/>
            <a:ext cx="2026756" cy="2779840"/>
          </a:xfrm>
          <a:custGeom>
            <a:avLst/>
            <a:gdLst/>
            <a:ahLst/>
            <a:cxnLst/>
            <a:rect l="l" t="t" r="r" b="b"/>
            <a:pathLst>
              <a:path w="2026756" h="2779840">
                <a:moveTo>
                  <a:pt x="2026756" y="0"/>
                </a:moveTo>
                <a:lnTo>
                  <a:pt x="0" y="0"/>
                </a:lnTo>
                <a:lnTo>
                  <a:pt x="0" y="2779840"/>
                </a:lnTo>
                <a:lnTo>
                  <a:pt x="2026756" y="2779840"/>
                </a:lnTo>
                <a:lnTo>
                  <a:pt x="202675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008262" y="1487211"/>
            <a:ext cx="1791441" cy="2345935"/>
          </a:xfrm>
          <a:custGeom>
            <a:avLst/>
            <a:gdLst/>
            <a:ahLst/>
            <a:cxnLst/>
            <a:rect l="l" t="t" r="r" b="b"/>
            <a:pathLst>
              <a:path w="1791441" h="2345935">
                <a:moveTo>
                  <a:pt x="0" y="0"/>
                </a:moveTo>
                <a:lnTo>
                  <a:pt x="1791441" y="0"/>
                </a:lnTo>
                <a:lnTo>
                  <a:pt x="1791441" y="2345934"/>
                </a:lnTo>
                <a:lnTo>
                  <a:pt x="0" y="23459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6395486" y="8153417"/>
            <a:ext cx="2574940" cy="2209767"/>
          </a:xfrm>
          <a:custGeom>
            <a:avLst/>
            <a:gdLst/>
            <a:ahLst/>
            <a:cxnLst/>
            <a:rect l="l" t="t" r="r" b="b"/>
            <a:pathLst>
              <a:path w="2574940" h="2209767">
                <a:moveTo>
                  <a:pt x="2574940" y="0"/>
                </a:moveTo>
                <a:lnTo>
                  <a:pt x="0" y="0"/>
                </a:lnTo>
                <a:lnTo>
                  <a:pt x="0" y="2209766"/>
                </a:lnTo>
                <a:lnTo>
                  <a:pt x="2574940" y="2209766"/>
                </a:lnTo>
                <a:lnTo>
                  <a:pt x="257494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1984750">
            <a:off x="16287083" y="9439906"/>
            <a:ext cx="2188875" cy="1723241"/>
          </a:xfrm>
          <a:custGeom>
            <a:avLst/>
            <a:gdLst/>
            <a:ahLst/>
            <a:cxnLst/>
            <a:rect l="l" t="t" r="r" b="b"/>
            <a:pathLst>
              <a:path w="2188875" h="1723241">
                <a:moveTo>
                  <a:pt x="0" y="0"/>
                </a:moveTo>
                <a:lnTo>
                  <a:pt x="2188874" y="0"/>
                </a:lnTo>
                <a:lnTo>
                  <a:pt x="2188874" y="1723241"/>
                </a:lnTo>
                <a:lnTo>
                  <a:pt x="0" y="172324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flipV="1">
            <a:off x="-54217" y="9150821"/>
            <a:ext cx="3196411" cy="2272357"/>
          </a:xfrm>
          <a:custGeom>
            <a:avLst/>
            <a:gdLst/>
            <a:ahLst/>
            <a:cxnLst/>
            <a:rect l="l" t="t" r="r" b="b"/>
            <a:pathLst>
              <a:path w="3196411" h="2272357">
                <a:moveTo>
                  <a:pt x="0" y="2272358"/>
                </a:moveTo>
                <a:lnTo>
                  <a:pt x="3196410" y="2272358"/>
                </a:lnTo>
                <a:lnTo>
                  <a:pt x="3196410" y="0"/>
                </a:lnTo>
                <a:lnTo>
                  <a:pt x="0" y="0"/>
                </a:lnTo>
                <a:lnTo>
                  <a:pt x="0" y="2272358"/>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399499" y="8077233"/>
            <a:ext cx="1943488" cy="2680673"/>
          </a:xfrm>
          <a:custGeom>
            <a:avLst/>
            <a:gdLst/>
            <a:ahLst/>
            <a:cxnLst/>
            <a:rect l="l" t="t" r="r" b="b"/>
            <a:pathLst>
              <a:path w="1943488" h="2680673">
                <a:moveTo>
                  <a:pt x="0" y="0"/>
                </a:moveTo>
                <a:lnTo>
                  <a:pt x="1943487" y="0"/>
                </a:lnTo>
                <a:lnTo>
                  <a:pt x="1943487" y="2680673"/>
                </a:lnTo>
                <a:lnTo>
                  <a:pt x="0" y="26806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TextBox 9"/>
          <p:cNvSpPr txBox="1"/>
          <p:nvPr/>
        </p:nvSpPr>
        <p:spPr>
          <a:xfrm rot="-293294">
            <a:off x="4351365" y="3374145"/>
            <a:ext cx="8838880" cy="2381870"/>
          </a:xfrm>
          <a:prstGeom prst="rect">
            <a:avLst/>
          </a:prstGeom>
        </p:spPr>
        <p:txBody>
          <a:bodyPr lIns="0" tIns="0" rIns="0" bIns="0" rtlCol="0" anchor="t">
            <a:spAutoFit/>
          </a:bodyPr>
          <a:lstStyle/>
          <a:p>
            <a:pPr algn="ctr">
              <a:lnSpc>
                <a:spcPts val="9594"/>
              </a:lnSpc>
            </a:pPr>
            <a:r>
              <a:rPr lang="en-US" sz="6853">
                <a:solidFill>
                  <a:srgbClr val="FAF9F5"/>
                </a:solidFill>
                <a:latin typeface="Hussar Bold"/>
              </a:rPr>
              <a:t>BOOK 3 </a:t>
            </a:r>
          </a:p>
          <a:p>
            <a:pPr algn="ctr">
              <a:lnSpc>
                <a:spcPts val="9594"/>
              </a:lnSpc>
              <a:spcBef>
                <a:spcPct val="0"/>
              </a:spcBef>
            </a:pPr>
            <a:r>
              <a:rPr lang="en-US" sz="6853">
                <a:solidFill>
                  <a:srgbClr val="FAF9F5"/>
                </a:solidFill>
                <a:latin typeface="Hussar Bold"/>
              </a:rPr>
              <a:t>PROJECT</a:t>
            </a:r>
          </a:p>
        </p:txBody>
      </p:sp>
      <p:sp>
        <p:nvSpPr>
          <p:cNvPr id="10" name="Freeform 10"/>
          <p:cNvSpPr/>
          <p:nvPr/>
        </p:nvSpPr>
        <p:spPr>
          <a:xfrm rot="7154326" flipV="1">
            <a:off x="-763079" y="-193805"/>
            <a:ext cx="3196411" cy="2272357"/>
          </a:xfrm>
          <a:custGeom>
            <a:avLst/>
            <a:gdLst/>
            <a:ahLst/>
            <a:cxnLst/>
            <a:rect l="l" t="t" r="r" b="b"/>
            <a:pathLst>
              <a:path w="3196411" h="2272357">
                <a:moveTo>
                  <a:pt x="0" y="2272357"/>
                </a:moveTo>
                <a:lnTo>
                  <a:pt x="3196410" y="2272357"/>
                </a:lnTo>
                <a:lnTo>
                  <a:pt x="3196410" y="0"/>
                </a:lnTo>
                <a:lnTo>
                  <a:pt x="0" y="0"/>
                </a:lnTo>
                <a:lnTo>
                  <a:pt x="0" y="2272357"/>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1" name="Freeform 11"/>
          <p:cNvSpPr/>
          <p:nvPr/>
        </p:nvSpPr>
        <p:spPr>
          <a:xfrm rot="-2292484">
            <a:off x="-392750" y="667369"/>
            <a:ext cx="2455753" cy="602776"/>
          </a:xfrm>
          <a:custGeom>
            <a:avLst/>
            <a:gdLst/>
            <a:ahLst/>
            <a:cxnLst/>
            <a:rect l="l" t="t" r="r" b="b"/>
            <a:pathLst>
              <a:path w="2455753" h="602776">
                <a:moveTo>
                  <a:pt x="0" y="0"/>
                </a:moveTo>
                <a:lnTo>
                  <a:pt x="2455752" y="0"/>
                </a:lnTo>
                <a:lnTo>
                  <a:pt x="2455752" y="602776"/>
                </a:lnTo>
                <a:lnTo>
                  <a:pt x="0" y="60277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2" name="Freeform 12"/>
          <p:cNvSpPr/>
          <p:nvPr/>
        </p:nvSpPr>
        <p:spPr>
          <a:xfrm flipV="1">
            <a:off x="98183" y="9303221"/>
            <a:ext cx="3196411" cy="2272357"/>
          </a:xfrm>
          <a:custGeom>
            <a:avLst/>
            <a:gdLst/>
            <a:ahLst/>
            <a:cxnLst/>
            <a:rect l="l" t="t" r="r" b="b"/>
            <a:pathLst>
              <a:path w="3196411" h="2272357">
                <a:moveTo>
                  <a:pt x="0" y="2272358"/>
                </a:moveTo>
                <a:lnTo>
                  <a:pt x="3196410" y="2272358"/>
                </a:lnTo>
                <a:lnTo>
                  <a:pt x="3196410" y="0"/>
                </a:lnTo>
                <a:lnTo>
                  <a:pt x="0" y="0"/>
                </a:lnTo>
                <a:lnTo>
                  <a:pt x="0" y="2272358"/>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flipV="1">
            <a:off x="250583" y="9455621"/>
            <a:ext cx="3196411" cy="2272357"/>
          </a:xfrm>
          <a:custGeom>
            <a:avLst/>
            <a:gdLst/>
            <a:ahLst/>
            <a:cxnLst/>
            <a:rect l="l" t="t" r="r" b="b"/>
            <a:pathLst>
              <a:path w="3196411" h="2272357">
                <a:moveTo>
                  <a:pt x="0" y="2272358"/>
                </a:moveTo>
                <a:lnTo>
                  <a:pt x="3196410" y="2272358"/>
                </a:lnTo>
                <a:lnTo>
                  <a:pt x="3196410" y="0"/>
                </a:lnTo>
                <a:lnTo>
                  <a:pt x="0" y="0"/>
                </a:lnTo>
                <a:lnTo>
                  <a:pt x="0" y="2272358"/>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flipH="1">
            <a:off x="16623271" y="0"/>
            <a:ext cx="2574940" cy="2209767"/>
          </a:xfrm>
          <a:custGeom>
            <a:avLst/>
            <a:gdLst/>
            <a:ahLst/>
            <a:cxnLst/>
            <a:rect l="l" t="t" r="r" b="b"/>
            <a:pathLst>
              <a:path w="2574940" h="2209767">
                <a:moveTo>
                  <a:pt x="2574940" y="0"/>
                </a:moveTo>
                <a:lnTo>
                  <a:pt x="0" y="0"/>
                </a:lnTo>
                <a:lnTo>
                  <a:pt x="0" y="2209767"/>
                </a:lnTo>
                <a:lnTo>
                  <a:pt x="2574940" y="2209767"/>
                </a:lnTo>
                <a:lnTo>
                  <a:pt x="257494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rot="3882667">
            <a:off x="16664923" y="415730"/>
            <a:ext cx="1724692" cy="2377395"/>
          </a:xfrm>
          <a:custGeom>
            <a:avLst/>
            <a:gdLst/>
            <a:ahLst/>
            <a:cxnLst/>
            <a:rect l="l" t="t" r="r" b="b"/>
            <a:pathLst>
              <a:path w="1724692" h="2377395">
                <a:moveTo>
                  <a:pt x="0" y="0"/>
                </a:moveTo>
                <a:lnTo>
                  <a:pt x="1724691" y="0"/>
                </a:lnTo>
                <a:lnTo>
                  <a:pt x="1724691" y="2377395"/>
                </a:lnTo>
                <a:lnTo>
                  <a:pt x="0" y="237739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a:off x="0" y="-1826002"/>
            <a:ext cx="2798604" cy="4061299"/>
          </a:xfrm>
          <a:custGeom>
            <a:avLst/>
            <a:gdLst/>
            <a:ahLst/>
            <a:cxnLst/>
            <a:rect l="l" t="t" r="r" b="b"/>
            <a:pathLst>
              <a:path w="2798604" h="4061299">
                <a:moveTo>
                  <a:pt x="0" y="0"/>
                </a:moveTo>
                <a:lnTo>
                  <a:pt x="2798604" y="0"/>
                </a:lnTo>
                <a:lnTo>
                  <a:pt x="2798604" y="4061299"/>
                </a:lnTo>
                <a:lnTo>
                  <a:pt x="0" y="4061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2492100"/>
            <a:ext cx="8601183" cy="4963813"/>
          </a:xfrm>
          <a:prstGeom prst="rect">
            <a:avLst/>
          </a:prstGeom>
        </p:spPr>
        <p:txBody>
          <a:bodyPr lIns="0" tIns="0" rIns="0" bIns="0" rtlCol="0" anchor="t">
            <a:spAutoFit/>
          </a:bodyPr>
          <a:lstStyle/>
          <a:p>
            <a:pPr>
              <a:lnSpc>
                <a:spcPts val="13183"/>
              </a:lnSpc>
            </a:pPr>
            <a:r>
              <a:rPr lang="en-US" sz="9416">
                <a:solidFill>
                  <a:srgbClr val="FAF9F5"/>
                </a:solidFill>
                <a:latin typeface="Hussar Bold"/>
              </a:rPr>
              <a:t>Prepare</a:t>
            </a:r>
          </a:p>
          <a:p>
            <a:pPr>
              <a:lnSpc>
                <a:spcPts val="13183"/>
              </a:lnSpc>
            </a:pPr>
            <a:r>
              <a:rPr lang="en-US" sz="9416">
                <a:solidFill>
                  <a:srgbClr val="FAF9F5"/>
                </a:solidFill>
                <a:latin typeface="Hussar Bold"/>
              </a:rPr>
              <a:t>This Before </a:t>
            </a:r>
          </a:p>
          <a:p>
            <a:pPr>
              <a:lnSpc>
                <a:spcPts val="13183"/>
              </a:lnSpc>
            </a:pPr>
            <a:r>
              <a:rPr lang="en-US" sz="9416">
                <a:solidFill>
                  <a:srgbClr val="FAF9F5"/>
                </a:solidFill>
                <a:latin typeface="Hussar Bold"/>
              </a:rPr>
              <a:t>Class</a:t>
            </a:r>
          </a:p>
        </p:txBody>
      </p:sp>
      <p:grpSp>
        <p:nvGrpSpPr>
          <p:cNvPr id="4" name="Group 4"/>
          <p:cNvGrpSpPr/>
          <p:nvPr/>
        </p:nvGrpSpPr>
        <p:grpSpPr>
          <a:xfrm>
            <a:off x="11118473" y="7870085"/>
            <a:ext cx="5657850" cy="1657673"/>
            <a:chOff x="0" y="0"/>
            <a:chExt cx="3778457" cy="1107036"/>
          </a:xfrm>
        </p:grpSpPr>
        <p:sp>
          <p:nvSpPr>
            <p:cNvPr id="5" name="Freeform 5"/>
            <p:cNvSpPr/>
            <p:nvPr/>
          </p:nvSpPr>
          <p:spPr>
            <a:xfrm>
              <a:off x="0" y="0"/>
              <a:ext cx="3778457" cy="1107037"/>
            </a:xfrm>
            <a:custGeom>
              <a:avLst/>
              <a:gdLst/>
              <a:ahLst/>
              <a:cxnLst/>
              <a:rect l="l" t="t" r="r" b="b"/>
              <a:pathLst>
                <a:path w="3778457" h="1107037">
                  <a:moveTo>
                    <a:pt x="3653997" y="1107036"/>
                  </a:moveTo>
                  <a:lnTo>
                    <a:pt x="124460" y="1107036"/>
                  </a:lnTo>
                  <a:cubicBezTo>
                    <a:pt x="55880" y="1107036"/>
                    <a:pt x="0" y="1051156"/>
                    <a:pt x="0" y="982576"/>
                  </a:cubicBezTo>
                  <a:lnTo>
                    <a:pt x="0" y="124460"/>
                  </a:lnTo>
                  <a:cubicBezTo>
                    <a:pt x="0" y="55880"/>
                    <a:pt x="55880" y="0"/>
                    <a:pt x="124460" y="0"/>
                  </a:cubicBezTo>
                  <a:lnTo>
                    <a:pt x="3653997" y="0"/>
                  </a:lnTo>
                  <a:cubicBezTo>
                    <a:pt x="3722577" y="0"/>
                    <a:pt x="3778457" y="55880"/>
                    <a:pt x="3778457" y="124460"/>
                  </a:cubicBezTo>
                  <a:lnTo>
                    <a:pt x="3778457" y="982577"/>
                  </a:lnTo>
                  <a:cubicBezTo>
                    <a:pt x="3778457" y="1051157"/>
                    <a:pt x="3722577" y="1107037"/>
                    <a:pt x="3653997" y="1107037"/>
                  </a:cubicBezTo>
                  <a:close/>
                </a:path>
              </a:pathLst>
            </a:custGeom>
            <a:solidFill>
              <a:srgbClr val="C6AA33"/>
            </a:solidFill>
          </p:spPr>
        </p:sp>
      </p:grpSp>
      <p:sp>
        <p:nvSpPr>
          <p:cNvPr id="6" name="Freeform 6"/>
          <p:cNvSpPr/>
          <p:nvPr/>
        </p:nvSpPr>
        <p:spPr>
          <a:xfrm>
            <a:off x="16541599" y="8900366"/>
            <a:ext cx="2152749" cy="2773268"/>
          </a:xfrm>
          <a:custGeom>
            <a:avLst/>
            <a:gdLst/>
            <a:ahLst/>
            <a:cxnLst/>
            <a:rect l="l" t="t" r="r" b="b"/>
            <a:pathLst>
              <a:path w="2152749" h="2773268">
                <a:moveTo>
                  <a:pt x="0" y="0"/>
                </a:moveTo>
                <a:lnTo>
                  <a:pt x="2152749" y="0"/>
                </a:lnTo>
                <a:lnTo>
                  <a:pt x="2152749" y="2773268"/>
                </a:lnTo>
                <a:lnTo>
                  <a:pt x="0" y="27732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191480" y="7805684"/>
            <a:ext cx="4612947" cy="357818"/>
          </a:xfrm>
          <a:custGeom>
            <a:avLst/>
            <a:gdLst/>
            <a:ahLst/>
            <a:cxnLst/>
            <a:rect l="l" t="t" r="r" b="b"/>
            <a:pathLst>
              <a:path w="4612947" h="357818">
                <a:moveTo>
                  <a:pt x="0" y="0"/>
                </a:moveTo>
                <a:lnTo>
                  <a:pt x="4612946" y="0"/>
                </a:lnTo>
                <a:lnTo>
                  <a:pt x="4612946" y="357818"/>
                </a:lnTo>
                <a:lnTo>
                  <a:pt x="0" y="3578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1003001" y="1256886"/>
            <a:ext cx="5583994" cy="2114938"/>
          </a:xfrm>
          <a:custGeom>
            <a:avLst/>
            <a:gdLst/>
            <a:ahLst/>
            <a:cxnLst/>
            <a:rect l="l" t="t" r="r" b="b"/>
            <a:pathLst>
              <a:path w="5583994" h="2114938">
                <a:moveTo>
                  <a:pt x="0" y="0"/>
                </a:moveTo>
                <a:lnTo>
                  <a:pt x="5583993" y="0"/>
                </a:lnTo>
                <a:lnTo>
                  <a:pt x="5583993" y="2114938"/>
                </a:lnTo>
                <a:lnTo>
                  <a:pt x="0" y="21149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6249959" y="8698921"/>
            <a:ext cx="2894041" cy="2057400"/>
          </a:xfrm>
          <a:custGeom>
            <a:avLst/>
            <a:gdLst/>
            <a:ahLst/>
            <a:cxnLst/>
            <a:rect l="l" t="t" r="r" b="b"/>
            <a:pathLst>
              <a:path w="2894041" h="2057400">
                <a:moveTo>
                  <a:pt x="0" y="0"/>
                </a:moveTo>
                <a:lnTo>
                  <a:pt x="2894041" y="0"/>
                </a:lnTo>
                <a:lnTo>
                  <a:pt x="289404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Freeform 10"/>
          <p:cNvSpPr/>
          <p:nvPr/>
        </p:nvSpPr>
        <p:spPr>
          <a:xfrm rot="411293" flipV="1">
            <a:off x="15648086" y="-1206578"/>
            <a:ext cx="2025530" cy="2121983"/>
          </a:xfrm>
          <a:custGeom>
            <a:avLst/>
            <a:gdLst/>
            <a:ahLst/>
            <a:cxnLst/>
            <a:rect l="l" t="t" r="r" b="b"/>
            <a:pathLst>
              <a:path w="2025530" h="2121983">
                <a:moveTo>
                  <a:pt x="0" y="2121984"/>
                </a:moveTo>
                <a:lnTo>
                  <a:pt x="2025529" y="2121984"/>
                </a:lnTo>
                <a:lnTo>
                  <a:pt x="2025529" y="0"/>
                </a:lnTo>
                <a:lnTo>
                  <a:pt x="0" y="0"/>
                </a:lnTo>
                <a:lnTo>
                  <a:pt x="0" y="2121984"/>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1" name="Freeform 11"/>
          <p:cNvSpPr/>
          <p:nvPr/>
        </p:nvSpPr>
        <p:spPr>
          <a:xfrm flipH="1">
            <a:off x="-1234265" y="1257527"/>
            <a:ext cx="10378265" cy="8906438"/>
          </a:xfrm>
          <a:custGeom>
            <a:avLst/>
            <a:gdLst/>
            <a:ahLst/>
            <a:cxnLst/>
            <a:rect l="l" t="t" r="r" b="b"/>
            <a:pathLst>
              <a:path w="10378265" h="8906438">
                <a:moveTo>
                  <a:pt x="10378265" y="0"/>
                </a:moveTo>
                <a:lnTo>
                  <a:pt x="0" y="0"/>
                </a:lnTo>
                <a:lnTo>
                  <a:pt x="0" y="8906438"/>
                </a:lnTo>
                <a:lnTo>
                  <a:pt x="10378265" y="8906438"/>
                </a:lnTo>
                <a:lnTo>
                  <a:pt x="10378265"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2" name="Freeform 12"/>
          <p:cNvSpPr/>
          <p:nvPr/>
        </p:nvSpPr>
        <p:spPr>
          <a:xfrm>
            <a:off x="500012" y="2235297"/>
            <a:ext cx="7196967" cy="7196967"/>
          </a:xfrm>
          <a:custGeom>
            <a:avLst/>
            <a:gdLst/>
            <a:ahLst/>
            <a:cxnLst/>
            <a:rect l="l" t="t" r="r" b="b"/>
            <a:pathLst>
              <a:path w="7196967" h="7196967">
                <a:moveTo>
                  <a:pt x="0" y="0"/>
                </a:moveTo>
                <a:lnTo>
                  <a:pt x="7196968" y="0"/>
                </a:lnTo>
                <a:lnTo>
                  <a:pt x="7196968" y="7196968"/>
                </a:lnTo>
                <a:lnTo>
                  <a:pt x="0" y="7196968"/>
                </a:lnTo>
                <a:lnTo>
                  <a:pt x="0" y="0"/>
                </a:lnTo>
                <a:close/>
              </a:path>
            </a:pathLst>
          </a:custGeom>
          <a:blipFill>
            <a:blip r:embed="rId16"/>
            <a:stretch>
              <a:fillRect/>
            </a:stretch>
          </a:blipFill>
        </p:spPr>
      </p:sp>
      <p:grpSp>
        <p:nvGrpSpPr>
          <p:cNvPr id="13" name="Group 13"/>
          <p:cNvGrpSpPr/>
          <p:nvPr/>
        </p:nvGrpSpPr>
        <p:grpSpPr>
          <a:xfrm>
            <a:off x="11118473" y="5798239"/>
            <a:ext cx="5657850" cy="1657673"/>
            <a:chOff x="0" y="0"/>
            <a:chExt cx="3778457" cy="1107036"/>
          </a:xfrm>
        </p:grpSpPr>
        <p:sp>
          <p:nvSpPr>
            <p:cNvPr id="14" name="Freeform 14"/>
            <p:cNvSpPr/>
            <p:nvPr/>
          </p:nvSpPr>
          <p:spPr>
            <a:xfrm>
              <a:off x="0" y="0"/>
              <a:ext cx="3778457" cy="1107037"/>
            </a:xfrm>
            <a:custGeom>
              <a:avLst/>
              <a:gdLst/>
              <a:ahLst/>
              <a:cxnLst/>
              <a:rect l="l" t="t" r="r" b="b"/>
              <a:pathLst>
                <a:path w="3778457" h="1107037">
                  <a:moveTo>
                    <a:pt x="3653997" y="1107036"/>
                  </a:moveTo>
                  <a:lnTo>
                    <a:pt x="124460" y="1107036"/>
                  </a:lnTo>
                  <a:cubicBezTo>
                    <a:pt x="55880" y="1107036"/>
                    <a:pt x="0" y="1051156"/>
                    <a:pt x="0" y="982576"/>
                  </a:cubicBezTo>
                  <a:lnTo>
                    <a:pt x="0" y="124460"/>
                  </a:lnTo>
                  <a:cubicBezTo>
                    <a:pt x="0" y="55880"/>
                    <a:pt x="55880" y="0"/>
                    <a:pt x="124460" y="0"/>
                  </a:cubicBezTo>
                  <a:lnTo>
                    <a:pt x="3653997" y="0"/>
                  </a:lnTo>
                  <a:cubicBezTo>
                    <a:pt x="3722577" y="0"/>
                    <a:pt x="3778457" y="55880"/>
                    <a:pt x="3778457" y="124460"/>
                  </a:cubicBezTo>
                  <a:lnTo>
                    <a:pt x="3778457" y="982577"/>
                  </a:lnTo>
                  <a:cubicBezTo>
                    <a:pt x="3778457" y="1051157"/>
                    <a:pt x="3722577" y="1107037"/>
                    <a:pt x="3653997" y="1107037"/>
                  </a:cubicBezTo>
                  <a:close/>
                </a:path>
              </a:pathLst>
            </a:custGeom>
            <a:solidFill>
              <a:srgbClr val="C6AA33"/>
            </a:solidFill>
          </p:spPr>
        </p:sp>
      </p:grpSp>
      <p:grpSp>
        <p:nvGrpSpPr>
          <p:cNvPr id="15" name="Group 15"/>
          <p:cNvGrpSpPr/>
          <p:nvPr/>
        </p:nvGrpSpPr>
        <p:grpSpPr>
          <a:xfrm>
            <a:off x="11064554" y="3757798"/>
            <a:ext cx="5657850" cy="1657673"/>
            <a:chOff x="0" y="0"/>
            <a:chExt cx="3778457" cy="1107036"/>
          </a:xfrm>
        </p:grpSpPr>
        <p:sp>
          <p:nvSpPr>
            <p:cNvPr id="16" name="Freeform 16"/>
            <p:cNvSpPr/>
            <p:nvPr/>
          </p:nvSpPr>
          <p:spPr>
            <a:xfrm>
              <a:off x="0" y="0"/>
              <a:ext cx="3778457" cy="1107037"/>
            </a:xfrm>
            <a:custGeom>
              <a:avLst/>
              <a:gdLst/>
              <a:ahLst/>
              <a:cxnLst/>
              <a:rect l="l" t="t" r="r" b="b"/>
              <a:pathLst>
                <a:path w="3778457" h="1107037">
                  <a:moveTo>
                    <a:pt x="3653997" y="1107036"/>
                  </a:moveTo>
                  <a:lnTo>
                    <a:pt x="124460" y="1107036"/>
                  </a:lnTo>
                  <a:cubicBezTo>
                    <a:pt x="55880" y="1107036"/>
                    <a:pt x="0" y="1051156"/>
                    <a:pt x="0" y="982576"/>
                  </a:cubicBezTo>
                  <a:lnTo>
                    <a:pt x="0" y="124460"/>
                  </a:lnTo>
                  <a:cubicBezTo>
                    <a:pt x="0" y="55880"/>
                    <a:pt x="55880" y="0"/>
                    <a:pt x="124460" y="0"/>
                  </a:cubicBezTo>
                  <a:lnTo>
                    <a:pt x="3653997" y="0"/>
                  </a:lnTo>
                  <a:cubicBezTo>
                    <a:pt x="3722577" y="0"/>
                    <a:pt x="3778457" y="55880"/>
                    <a:pt x="3778457" y="124460"/>
                  </a:cubicBezTo>
                  <a:lnTo>
                    <a:pt x="3778457" y="982577"/>
                  </a:lnTo>
                  <a:cubicBezTo>
                    <a:pt x="3778457" y="1051157"/>
                    <a:pt x="3722577" y="1107037"/>
                    <a:pt x="3653997" y="1107037"/>
                  </a:cubicBezTo>
                  <a:close/>
                </a:path>
              </a:pathLst>
            </a:custGeom>
            <a:solidFill>
              <a:srgbClr val="C6AA33"/>
            </a:solidFill>
          </p:spPr>
        </p:sp>
      </p:grpSp>
      <p:sp>
        <p:nvSpPr>
          <p:cNvPr id="17" name="TextBox 17"/>
          <p:cNvSpPr txBox="1"/>
          <p:nvPr/>
        </p:nvSpPr>
        <p:spPr>
          <a:xfrm>
            <a:off x="11513274" y="4179691"/>
            <a:ext cx="4760409" cy="845255"/>
          </a:xfrm>
          <a:prstGeom prst="rect">
            <a:avLst/>
          </a:prstGeom>
        </p:spPr>
        <p:txBody>
          <a:bodyPr lIns="0" tIns="0" rIns="0" bIns="0" rtlCol="0" anchor="t">
            <a:spAutoFit/>
          </a:bodyPr>
          <a:lstStyle/>
          <a:p>
            <a:pPr algn="ctr">
              <a:lnSpc>
                <a:spcPts val="6961"/>
              </a:lnSpc>
            </a:pPr>
            <a:r>
              <a:rPr lang="en-US" sz="4972">
                <a:solidFill>
                  <a:srgbClr val="FAF9F5"/>
                </a:solidFill>
                <a:latin typeface="Dekko"/>
              </a:rPr>
              <a:t>DOUBT</a:t>
            </a:r>
          </a:p>
        </p:txBody>
      </p:sp>
      <p:sp>
        <p:nvSpPr>
          <p:cNvPr id="18" name="TextBox 18"/>
          <p:cNvSpPr txBox="1"/>
          <p:nvPr/>
        </p:nvSpPr>
        <p:spPr>
          <a:xfrm>
            <a:off x="11414793" y="6202940"/>
            <a:ext cx="4760409" cy="845255"/>
          </a:xfrm>
          <a:prstGeom prst="rect">
            <a:avLst/>
          </a:prstGeom>
        </p:spPr>
        <p:txBody>
          <a:bodyPr lIns="0" tIns="0" rIns="0" bIns="0" rtlCol="0" anchor="t">
            <a:spAutoFit/>
          </a:bodyPr>
          <a:lstStyle/>
          <a:p>
            <a:pPr algn="ctr">
              <a:lnSpc>
                <a:spcPts val="6961"/>
              </a:lnSpc>
            </a:pPr>
            <a:r>
              <a:rPr lang="en-US" sz="4972">
                <a:solidFill>
                  <a:srgbClr val="FAF9F5"/>
                </a:solidFill>
                <a:latin typeface="Dekko"/>
              </a:rPr>
              <a:t>CHECK</a:t>
            </a:r>
          </a:p>
        </p:txBody>
      </p:sp>
      <p:sp>
        <p:nvSpPr>
          <p:cNvPr id="19" name="TextBox 19"/>
          <p:cNvSpPr txBox="1"/>
          <p:nvPr/>
        </p:nvSpPr>
        <p:spPr>
          <a:xfrm>
            <a:off x="11567193" y="8228669"/>
            <a:ext cx="4760409" cy="845255"/>
          </a:xfrm>
          <a:prstGeom prst="rect">
            <a:avLst/>
          </a:prstGeom>
        </p:spPr>
        <p:txBody>
          <a:bodyPr lIns="0" tIns="0" rIns="0" bIns="0" rtlCol="0" anchor="t">
            <a:spAutoFit/>
          </a:bodyPr>
          <a:lstStyle/>
          <a:p>
            <a:pPr algn="ctr">
              <a:lnSpc>
                <a:spcPts val="6961"/>
              </a:lnSpc>
            </a:pPr>
            <a:r>
              <a:rPr lang="en-US" sz="4972">
                <a:solidFill>
                  <a:srgbClr val="FAF9F5"/>
                </a:solidFill>
                <a:latin typeface="Dekko"/>
              </a:rPr>
              <a:t>INFORM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flipH="1">
            <a:off x="-1234265" y="-1470281"/>
            <a:ext cx="10378265" cy="8906438"/>
          </a:xfrm>
          <a:custGeom>
            <a:avLst/>
            <a:gdLst/>
            <a:ahLst/>
            <a:cxnLst/>
            <a:rect l="l" t="t" r="r" b="b"/>
            <a:pathLst>
              <a:path w="10378265" h="8906438">
                <a:moveTo>
                  <a:pt x="10378265" y="0"/>
                </a:moveTo>
                <a:lnTo>
                  <a:pt x="0" y="0"/>
                </a:lnTo>
                <a:lnTo>
                  <a:pt x="0" y="8906438"/>
                </a:lnTo>
                <a:lnTo>
                  <a:pt x="10378265" y="8906438"/>
                </a:lnTo>
                <a:lnTo>
                  <a:pt x="10378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40545" y="7182273"/>
            <a:ext cx="2062904" cy="2526943"/>
          </a:xfrm>
          <a:custGeom>
            <a:avLst/>
            <a:gdLst/>
            <a:ahLst/>
            <a:cxnLst/>
            <a:rect l="l" t="t" r="r" b="b"/>
            <a:pathLst>
              <a:path w="2062904" h="2526943">
                <a:moveTo>
                  <a:pt x="0" y="0"/>
                </a:moveTo>
                <a:lnTo>
                  <a:pt x="2062904" y="0"/>
                </a:lnTo>
                <a:lnTo>
                  <a:pt x="2062904" y="2526943"/>
                </a:lnTo>
                <a:lnTo>
                  <a:pt x="0" y="25269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579428" y="276634"/>
            <a:ext cx="4885561" cy="1384819"/>
          </a:xfrm>
          <a:custGeom>
            <a:avLst/>
            <a:gdLst/>
            <a:ahLst/>
            <a:cxnLst/>
            <a:rect l="l" t="t" r="r" b="b"/>
            <a:pathLst>
              <a:path w="4032708" h="756133">
                <a:moveTo>
                  <a:pt x="0" y="0"/>
                </a:moveTo>
                <a:lnTo>
                  <a:pt x="4032708" y="0"/>
                </a:lnTo>
                <a:lnTo>
                  <a:pt x="4032708" y="756133"/>
                </a:lnTo>
                <a:lnTo>
                  <a:pt x="0" y="7561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0" y="4940722"/>
            <a:ext cx="4293876" cy="5343490"/>
          </a:xfrm>
          <a:custGeom>
            <a:avLst/>
            <a:gdLst/>
            <a:ahLst/>
            <a:cxnLst/>
            <a:rect l="l" t="t" r="r" b="b"/>
            <a:pathLst>
              <a:path w="4293876" h="5343490">
                <a:moveTo>
                  <a:pt x="0" y="0"/>
                </a:moveTo>
                <a:lnTo>
                  <a:pt x="4293876" y="0"/>
                </a:lnTo>
                <a:lnTo>
                  <a:pt x="4293876" y="5343490"/>
                </a:lnTo>
                <a:lnTo>
                  <a:pt x="0" y="5343490"/>
                </a:lnTo>
                <a:lnTo>
                  <a:pt x="0" y="0"/>
                </a:lnTo>
                <a:close/>
              </a:path>
            </a:pathLst>
          </a:custGeom>
          <a:blipFill>
            <a:blip r:embed="rId8"/>
            <a:stretch>
              <a:fillRect/>
            </a:stretch>
          </a:blipFill>
        </p:spPr>
      </p:sp>
      <p:sp>
        <p:nvSpPr>
          <p:cNvPr id="6" name="Freeform 6"/>
          <p:cNvSpPr/>
          <p:nvPr/>
        </p:nvSpPr>
        <p:spPr>
          <a:xfrm>
            <a:off x="4651935" y="4940722"/>
            <a:ext cx="4089118" cy="5346278"/>
          </a:xfrm>
          <a:custGeom>
            <a:avLst/>
            <a:gdLst/>
            <a:ahLst/>
            <a:cxnLst/>
            <a:rect l="l" t="t" r="r" b="b"/>
            <a:pathLst>
              <a:path w="4396174" h="5913164">
                <a:moveTo>
                  <a:pt x="0" y="0"/>
                </a:moveTo>
                <a:lnTo>
                  <a:pt x="4396174" y="0"/>
                </a:lnTo>
                <a:lnTo>
                  <a:pt x="4396174" y="5913163"/>
                </a:lnTo>
                <a:lnTo>
                  <a:pt x="0" y="5913163"/>
                </a:lnTo>
                <a:lnTo>
                  <a:pt x="0" y="0"/>
                </a:lnTo>
                <a:close/>
              </a:path>
            </a:pathLst>
          </a:custGeom>
          <a:blipFill>
            <a:blip r:embed="rId9"/>
            <a:stretch>
              <a:fillRect/>
            </a:stretch>
          </a:blipFill>
        </p:spPr>
      </p:sp>
      <p:sp>
        <p:nvSpPr>
          <p:cNvPr id="7" name="TextBox 7"/>
          <p:cNvSpPr txBox="1"/>
          <p:nvPr/>
        </p:nvSpPr>
        <p:spPr>
          <a:xfrm>
            <a:off x="412357" y="375156"/>
            <a:ext cx="7909995" cy="4524315"/>
          </a:xfrm>
          <a:prstGeom prst="rect">
            <a:avLst/>
          </a:prstGeom>
        </p:spPr>
        <p:txBody>
          <a:bodyPr lIns="0" tIns="0" rIns="0" bIns="0" rtlCol="0" anchor="t">
            <a:spAutoFit/>
          </a:bodyPr>
          <a:lstStyle/>
          <a:p>
            <a:pPr>
              <a:lnSpc>
                <a:spcPts val="11923"/>
              </a:lnSpc>
            </a:pPr>
            <a:r>
              <a:rPr lang="en-US" sz="8516" dirty="0">
                <a:solidFill>
                  <a:srgbClr val="FAF9F5"/>
                </a:solidFill>
                <a:latin typeface="Hussar Bold"/>
              </a:rPr>
              <a:t>History of Magazines </a:t>
            </a:r>
          </a:p>
          <a:p>
            <a:pPr>
              <a:lnSpc>
                <a:spcPts val="11923"/>
              </a:lnSpc>
            </a:pPr>
            <a:r>
              <a:rPr lang="en-US" sz="8516" dirty="0">
                <a:solidFill>
                  <a:srgbClr val="FAF9F5"/>
                </a:solidFill>
                <a:latin typeface="Hussar Bold"/>
              </a:rPr>
              <a:t>in America</a:t>
            </a:r>
          </a:p>
        </p:txBody>
      </p:sp>
      <p:sp>
        <p:nvSpPr>
          <p:cNvPr id="8" name="TextBox 8"/>
          <p:cNvSpPr txBox="1"/>
          <p:nvPr/>
        </p:nvSpPr>
        <p:spPr>
          <a:xfrm>
            <a:off x="9562701" y="2637313"/>
            <a:ext cx="8444551" cy="4308872"/>
          </a:xfrm>
          <a:prstGeom prst="rect">
            <a:avLst/>
          </a:prstGeom>
        </p:spPr>
        <p:txBody>
          <a:bodyPr lIns="0" tIns="0" rIns="0" bIns="0" rtlCol="0" anchor="t">
            <a:spAutoFit/>
          </a:bodyPr>
          <a:lstStyle/>
          <a:p>
            <a:pPr>
              <a:lnSpc>
                <a:spcPts val="5566"/>
              </a:lnSpc>
            </a:pPr>
            <a:r>
              <a:rPr lang="en-US" sz="3975" dirty="0">
                <a:solidFill>
                  <a:srgbClr val="C6AA33"/>
                </a:solidFill>
                <a:latin typeface="Dekko"/>
              </a:rPr>
              <a:t>The first American magazines were published in 1741. Philadelphia printers Andrew Bradford and Benjamin Franklin — who owned rivaling newspapers — both raced to publish the first American magazine.</a:t>
            </a:r>
          </a:p>
        </p:txBody>
      </p:sp>
      <p:sp>
        <p:nvSpPr>
          <p:cNvPr id="9" name="TextBox 9"/>
          <p:cNvSpPr txBox="1"/>
          <p:nvPr/>
        </p:nvSpPr>
        <p:spPr>
          <a:xfrm>
            <a:off x="9250470" y="571500"/>
            <a:ext cx="5227529" cy="795089"/>
          </a:xfrm>
          <a:prstGeom prst="rect">
            <a:avLst/>
          </a:prstGeom>
        </p:spPr>
        <p:txBody>
          <a:bodyPr wrap="square" lIns="0" tIns="0" rIns="0" bIns="0" rtlCol="0" anchor="t">
            <a:spAutoFit/>
          </a:bodyPr>
          <a:lstStyle/>
          <a:p>
            <a:pPr algn="ctr">
              <a:lnSpc>
                <a:spcPts val="6159"/>
              </a:lnSpc>
              <a:spcBef>
                <a:spcPct val="0"/>
              </a:spcBef>
            </a:pPr>
            <a:r>
              <a:rPr lang="en-US" sz="4399" dirty="0">
                <a:solidFill>
                  <a:srgbClr val="000000"/>
                </a:solidFill>
                <a:latin typeface="Dekko"/>
              </a:rPr>
              <a:t>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flipH="1">
            <a:off x="-1234265" y="-1470281"/>
            <a:ext cx="10378265" cy="8906438"/>
          </a:xfrm>
          <a:custGeom>
            <a:avLst/>
            <a:gdLst/>
            <a:ahLst/>
            <a:cxnLst/>
            <a:rect l="l" t="t" r="r" b="b"/>
            <a:pathLst>
              <a:path w="10378265" h="8906438">
                <a:moveTo>
                  <a:pt x="10378265" y="0"/>
                </a:moveTo>
                <a:lnTo>
                  <a:pt x="0" y="0"/>
                </a:lnTo>
                <a:lnTo>
                  <a:pt x="0" y="8906438"/>
                </a:lnTo>
                <a:lnTo>
                  <a:pt x="10378265" y="8906438"/>
                </a:lnTo>
                <a:lnTo>
                  <a:pt x="10378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404726" y="749987"/>
            <a:ext cx="4352161" cy="1352514"/>
          </a:xfrm>
          <a:custGeom>
            <a:avLst/>
            <a:gdLst/>
            <a:ahLst/>
            <a:cxnLst/>
            <a:rect l="l" t="t" r="r" b="b"/>
            <a:pathLst>
              <a:path w="4032708" h="756133">
                <a:moveTo>
                  <a:pt x="0" y="0"/>
                </a:moveTo>
                <a:lnTo>
                  <a:pt x="4032708" y="0"/>
                </a:lnTo>
                <a:lnTo>
                  <a:pt x="4032708" y="756133"/>
                </a:lnTo>
                <a:lnTo>
                  <a:pt x="0" y="7561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4161" y="7201989"/>
            <a:ext cx="5336615" cy="3005022"/>
          </a:xfrm>
          <a:custGeom>
            <a:avLst/>
            <a:gdLst/>
            <a:ahLst/>
            <a:cxnLst/>
            <a:rect l="l" t="t" r="r" b="b"/>
            <a:pathLst>
              <a:path w="5336615" h="3005022">
                <a:moveTo>
                  <a:pt x="0" y="0"/>
                </a:moveTo>
                <a:lnTo>
                  <a:pt x="5336615" y="0"/>
                </a:lnTo>
                <a:lnTo>
                  <a:pt x="5336615" y="3005022"/>
                </a:lnTo>
                <a:lnTo>
                  <a:pt x="0" y="3005022"/>
                </a:lnTo>
                <a:lnTo>
                  <a:pt x="0" y="0"/>
                </a:lnTo>
                <a:close/>
              </a:path>
            </a:pathLst>
          </a:custGeom>
          <a:blipFill>
            <a:blip r:embed="rId6"/>
            <a:stretch>
              <a:fillRect/>
            </a:stretch>
          </a:blipFill>
        </p:spPr>
      </p:sp>
      <p:sp>
        <p:nvSpPr>
          <p:cNvPr id="5" name="Freeform 5"/>
          <p:cNvSpPr/>
          <p:nvPr/>
        </p:nvSpPr>
        <p:spPr>
          <a:xfrm>
            <a:off x="5467248" y="5729177"/>
            <a:ext cx="2855104" cy="4524315"/>
          </a:xfrm>
          <a:custGeom>
            <a:avLst/>
            <a:gdLst/>
            <a:ahLst/>
            <a:cxnLst/>
            <a:rect l="l" t="t" r="r" b="b"/>
            <a:pathLst>
              <a:path w="2421131" h="4209940">
                <a:moveTo>
                  <a:pt x="0" y="0"/>
                </a:moveTo>
                <a:lnTo>
                  <a:pt x="2421132" y="0"/>
                </a:lnTo>
                <a:lnTo>
                  <a:pt x="2421132" y="4209940"/>
                </a:lnTo>
                <a:lnTo>
                  <a:pt x="0" y="4209940"/>
                </a:lnTo>
                <a:lnTo>
                  <a:pt x="0" y="0"/>
                </a:lnTo>
                <a:close/>
              </a:path>
            </a:pathLst>
          </a:custGeom>
          <a:blipFill>
            <a:blip r:embed="rId7"/>
            <a:stretch>
              <a:fillRect/>
            </a:stretch>
          </a:blipFill>
        </p:spPr>
      </p:sp>
      <p:sp>
        <p:nvSpPr>
          <p:cNvPr id="6" name="TextBox 6"/>
          <p:cNvSpPr txBox="1"/>
          <p:nvPr/>
        </p:nvSpPr>
        <p:spPr>
          <a:xfrm>
            <a:off x="412357" y="375156"/>
            <a:ext cx="7909995" cy="4524315"/>
          </a:xfrm>
          <a:prstGeom prst="rect">
            <a:avLst/>
          </a:prstGeom>
        </p:spPr>
        <p:txBody>
          <a:bodyPr lIns="0" tIns="0" rIns="0" bIns="0" rtlCol="0" anchor="t">
            <a:spAutoFit/>
          </a:bodyPr>
          <a:lstStyle/>
          <a:p>
            <a:pPr>
              <a:lnSpc>
                <a:spcPts val="11923"/>
              </a:lnSpc>
            </a:pPr>
            <a:r>
              <a:rPr lang="en-US" sz="8516" dirty="0">
                <a:solidFill>
                  <a:srgbClr val="FAF9F5"/>
                </a:solidFill>
                <a:latin typeface="Hussar Bold"/>
              </a:rPr>
              <a:t>History of Magazines</a:t>
            </a:r>
          </a:p>
          <a:p>
            <a:pPr>
              <a:lnSpc>
                <a:spcPts val="11923"/>
              </a:lnSpc>
            </a:pPr>
            <a:r>
              <a:rPr lang="en-US" sz="8516" dirty="0">
                <a:solidFill>
                  <a:srgbClr val="FAF9F5"/>
                </a:solidFill>
                <a:latin typeface="Hussar Bold"/>
              </a:rPr>
              <a:t> in America</a:t>
            </a:r>
          </a:p>
        </p:txBody>
      </p:sp>
      <p:sp>
        <p:nvSpPr>
          <p:cNvPr id="7" name="TextBox 7"/>
          <p:cNvSpPr txBox="1"/>
          <p:nvPr/>
        </p:nvSpPr>
        <p:spPr>
          <a:xfrm>
            <a:off x="9250471" y="2897036"/>
            <a:ext cx="8444551" cy="6739870"/>
          </a:xfrm>
          <a:prstGeom prst="rect">
            <a:avLst/>
          </a:prstGeom>
        </p:spPr>
        <p:txBody>
          <a:bodyPr lIns="0" tIns="0" rIns="0" bIns="0" rtlCol="0" anchor="t">
            <a:spAutoFit/>
          </a:bodyPr>
          <a:lstStyle/>
          <a:p>
            <a:pPr algn="just">
              <a:lnSpc>
                <a:spcPts val="5986"/>
              </a:lnSpc>
            </a:pPr>
            <a:r>
              <a:rPr lang="en-US" sz="4275">
                <a:solidFill>
                  <a:srgbClr val="C6AA33"/>
                </a:solidFill>
                <a:latin typeface="Dekko"/>
              </a:rPr>
              <a:t>Bradford ultimately claimed the honor by publishing American Magazine first. Benjamin Franklin's General Magazine was published three days later. Neither magazine met with much success: Bradford's publication folded after three months, and Franklin's lasted only six months.</a:t>
            </a:r>
          </a:p>
          <a:p>
            <a:pPr algn="just">
              <a:lnSpc>
                <a:spcPts val="5986"/>
              </a:lnSpc>
            </a:pPr>
            <a:endParaRPr lang="en-US" sz="4275">
              <a:solidFill>
                <a:srgbClr val="C6AA33"/>
              </a:solidFill>
              <a:latin typeface="Dekko"/>
            </a:endParaRPr>
          </a:p>
        </p:txBody>
      </p:sp>
      <p:sp>
        <p:nvSpPr>
          <p:cNvPr id="8" name="TextBox 8"/>
          <p:cNvSpPr txBox="1"/>
          <p:nvPr/>
        </p:nvSpPr>
        <p:spPr>
          <a:xfrm>
            <a:off x="9250471" y="1028700"/>
            <a:ext cx="4541728" cy="795089"/>
          </a:xfrm>
          <a:prstGeom prst="rect">
            <a:avLst/>
          </a:prstGeom>
        </p:spPr>
        <p:txBody>
          <a:bodyPr wrap="square" lIns="0" tIns="0" rIns="0" bIns="0" rtlCol="0" anchor="t">
            <a:spAutoFit/>
          </a:bodyPr>
          <a:lstStyle/>
          <a:p>
            <a:pPr algn="ctr">
              <a:lnSpc>
                <a:spcPts val="6159"/>
              </a:lnSpc>
              <a:spcBef>
                <a:spcPct val="0"/>
              </a:spcBef>
            </a:pPr>
            <a:r>
              <a:rPr lang="en-US" sz="4399" dirty="0">
                <a:solidFill>
                  <a:srgbClr val="000000"/>
                </a:solidFill>
                <a:latin typeface="Dekko"/>
              </a:rPr>
              <a:t>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a:off x="16258847" y="7263245"/>
            <a:ext cx="7315200" cy="3990109"/>
          </a:xfrm>
          <a:custGeom>
            <a:avLst/>
            <a:gdLst/>
            <a:ahLst/>
            <a:cxnLst/>
            <a:rect l="l" t="t" r="r" b="b"/>
            <a:pathLst>
              <a:path w="7315200" h="3990109">
                <a:moveTo>
                  <a:pt x="0" y="0"/>
                </a:moveTo>
                <a:lnTo>
                  <a:pt x="7315200" y="0"/>
                </a:lnTo>
                <a:lnTo>
                  <a:pt x="7315200" y="3990110"/>
                </a:lnTo>
                <a:lnTo>
                  <a:pt x="0" y="399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847" y="4082324"/>
            <a:ext cx="1891659" cy="484952"/>
          </a:xfrm>
          <a:custGeom>
            <a:avLst/>
            <a:gdLst/>
            <a:ahLst/>
            <a:cxnLst/>
            <a:rect l="l" t="t" r="r" b="b"/>
            <a:pathLst>
              <a:path w="1891659" h="484952">
                <a:moveTo>
                  <a:pt x="0" y="0"/>
                </a:moveTo>
                <a:lnTo>
                  <a:pt x="1891659" y="0"/>
                </a:lnTo>
                <a:lnTo>
                  <a:pt x="1891659" y="484952"/>
                </a:lnTo>
                <a:lnTo>
                  <a:pt x="0" y="4849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78408" y="5205845"/>
            <a:ext cx="2445768" cy="4114800"/>
          </a:xfrm>
          <a:custGeom>
            <a:avLst/>
            <a:gdLst/>
            <a:ahLst/>
            <a:cxnLst/>
            <a:rect l="l" t="t" r="r" b="b"/>
            <a:pathLst>
              <a:path w="2445768" h="4114800">
                <a:moveTo>
                  <a:pt x="0" y="0"/>
                </a:moveTo>
                <a:lnTo>
                  <a:pt x="2445769" y="0"/>
                </a:lnTo>
                <a:lnTo>
                  <a:pt x="24457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r="-181066"/>
            </a:stretch>
          </a:blipFill>
        </p:spPr>
      </p:sp>
      <p:sp>
        <p:nvSpPr>
          <p:cNvPr id="5" name="TextBox 5"/>
          <p:cNvSpPr txBox="1"/>
          <p:nvPr/>
        </p:nvSpPr>
        <p:spPr>
          <a:xfrm>
            <a:off x="2817152" y="760445"/>
            <a:ext cx="10968308" cy="1246332"/>
          </a:xfrm>
          <a:prstGeom prst="rect">
            <a:avLst/>
          </a:prstGeom>
        </p:spPr>
        <p:txBody>
          <a:bodyPr lIns="0" tIns="0" rIns="0" bIns="0" rtlCol="0" anchor="t">
            <a:spAutoFit/>
          </a:bodyPr>
          <a:lstStyle/>
          <a:p>
            <a:pPr algn="ctr">
              <a:lnSpc>
                <a:spcPts val="10206"/>
              </a:lnSpc>
              <a:spcBef>
                <a:spcPct val="0"/>
              </a:spcBef>
            </a:pPr>
            <a:r>
              <a:rPr lang="en-US" sz="7290">
                <a:solidFill>
                  <a:srgbClr val="C6AA33"/>
                </a:solidFill>
                <a:latin typeface="Hussar Bold"/>
              </a:rPr>
              <a:t>Situation Update</a:t>
            </a:r>
          </a:p>
        </p:txBody>
      </p:sp>
      <p:sp>
        <p:nvSpPr>
          <p:cNvPr id="6" name="TextBox 6"/>
          <p:cNvSpPr txBox="1"/>
          <p:nvPr/>
        </p:nvSpPr>
        <p:spPr>
          <a:xfrm>
            <a:off x="3191548" y="2477137"/>
            <a:ext cx="11951066" cy="6944404"/>
          </a:xfrm>
          <a:prstGeom prst="rect">
            <a:avLst/>
          </a:prstGeom>
        </p:spPr>
        <p:txBody>
          <a:bodyPr lIns="0" tIns="0" rIns="0" bIns="0" rtlCol="0" anchor="t">
            <a:spAutoFit/>
          </a:bodyPr>
          <a:lstStyle/>
          <a:p>
            <a:pPr algn="ctr">
              <a:lnSpc>
                <a:spcPts val="6917"/>
              </a:lnSpc>
            </a:pPr>
            <a:r>
              <a:rPr lang="en-US" sz="4940">
                <a:solidFill>
                  <a:srgbClr val="C6AA33"/>
                </a:solidFill>
                <a:latin typeface="Dekko"/>
              </a:rPr>
              <a:t>Despite these short-lived ventures, magazines became incredibly popular in America. By the end of the 18th century, there were more than 100 magazines in the United States. Some of the most influential early American magazines were the Pennsylvania Magazine, which was edited by Thomas Paine, and the Massachusetts Magazine.</a:t>
            </a:r>
          </a:p>
        </p:txBody>
      </p:sp>
      <p:sp>
        <p:nvSpPr>
          <p:cNvPr id="7" name="Freeform 7"/>
          <p:cNvSpPr/>
          <p:nvPr/>
        </p:nvSpPr>
        <p:spPr>
          <a:xfrm>
            <a:off x="14979265" y="452476"/>
            <a:ext cx="2559163" cy="4114800"/>
          </a:xfrm>
          <a:custGeom>
            <a:avLst/>
            <a:gdLst/>
            <a:ahLst/>
            <a:cxnLst/>
            <a:rect l="l" t="t" r="r" b="b"/>
            <a:pathLst>
              <a:path w="2559163" h="4114800">
                <a:moveTo>
                  <a:pt x="0" y="0"/>
                </a:moveTo>
                <a:lnTo>
                  <a:pt x="2559163" y="0"/>
                </a:lnTo>
                <a:lnTo>
                  <a:pt x="255916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68612"/>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a:off x="16258847" y="7263245"/>
            <a:ext cx="7315200" cy="3990109"/>
          </a:xfrm>
          <a:custGeom>
            <a:avLst/>
            <a:gdLst/>
            <a:ahLst/>
            <a:cxnLst/>
            <a:rect l="l" t="t" r="r" b="b"/>
            <a:pathLst>
              <a:path w="7315200" h="3990109">
                <a:moveTo>
                  <a:pt x="0" y="0"/>
                </a:moveTo>
                <a:lnTo>
                  <a:pt x="7315200" y="0"/>
                </a:lnTo>
                <a:lnTo>
                  <a:pt x="7315200" y="3990110"/>
                </a:lnTo>
                <a:lnTo>
                  <a:pt x="0" y="399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847" y="4082324"/>
            <a:ext cx="1891659" cy="484952"/>
          </a:xfrm>
          <a:custGeom>
            <a:avLst/>
            <a:gdLst/>
            <a:ahLst/>
            <a:cxnLst/>
            <a:rect l="l" t="t" r="r" b="b"/>
            <a:pathLst>
              <a:path w="1891659" h="484952">
                <a:moveTo>
                  <a:pt x="0" y="0"/>
                </a:moveTo>
                <a:lnTo>
                  <a:pt x="1891659" y="0"/>
                </a:lnTo>
                <a:lnTo>
                  <a:pt x="1891659" y="484952"/>
                </a:lnTo>
                <a:lnTo>
                  <a:pt x="0" y="4849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78408" y="5205845"/>
            <a:ext cx="2445768" cy="4114800"/>
          </a:xfrm>
          <a:custGeom>
            <a:avLst/>
            <a:gdLst/>
            <a:ahLst/>
            <a:cxnLst/>
            <a:rect l="l" t="t" r="r" b="b"/>
            <a:pathLst>
              <a:path w="2445768" h="4114800">
                <a:moveTo>
                  <a:pt x="0" y="0"/>
                </a:moveTo>
                <a:lnTo>
                  <a:pt x="2445769" y="0"/>
                </a:lnTo>
                <a:lnTo>
                  <a:pt x="24457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r="-181066"/>
            </a:stretch>
          </a:blipFill>
        </p:spPr>
      </p:sp>
      <p:sp>
        <p:nvSpPr>
          <p:cNvPr id="5" name="TextBox 5"/>
          <p:cNvSpPr txBox="1"/>
          <p:nvPr/>
        </p:nvSpPr>
        <p:spPr>
          <a:xfrm>
            <a:off x="2817152" y="760445"/>
            <a:ext cx="10968308" cy="1246332"/>
          </a:xfrm>
          <a:prstGeom prst="rect">
            <a:avLst/>
          </a:prstGeom>
        </p:spPr>
        <p:txBody>
          <a:bodyPr lIns="0" tIns="0" rIns="0" bIns="0" rtlCol="0" anchor="t">
            <a:spAutoFit/>
          </a:bodyPr>
          <a:lstStyle/>
          <a:p>
            <a:pPr algn="ctr">
              <a:lnSpc>
                <a:spcPts val="10206"/>
              </a:lnSpc>
              <a:spcBef>
                <a:spcPct val="0"/>
              </a:spcBef>
            </a:pPr>
            <a:r>
              <a:rPr lang="en-US" sz="7290">
                <a:solidFill>
                  <a:srgbClr val="C6AA33"/>
                </a:solidFill>
                <a:latin typeface="Hussar Bold"/>
              </a:rPr>
              <a:t>Situation Update</a:t>
            </a:r>
          </a:p>
        </p:txBody>
      </p:sp>
      <p:sp>
        <p:nvSpPr>
          <p:cNvPr id="6" name="TextBox 6"/>
          <p:cNvSpPr txBox="1"/>
          <p:nvPr/>
        </p:nvSpPr>
        <p:spPr>
          <a:xfrm>
            <a:off x="3191548" y="2477137"/>
            <a:ext cx="11951066" cy="6073763"/>
          </a:xfrm>
          <a:prstGeom prst="rect">
            <a:avLst/>
          </a:prstGeom>
        </p:spPr>
        <p:txBody>
          <a:bodyPr lIns="0" tIns="0" rIns="0" bIns="0" rtlCol="0" anchor="t">
            <a:spAutoFit/>
          </a:bodyPr>
          <a:lstStyle/>
          <a:p>
            <a:pPr algn="ctr">
              <a:lnSpc>
                <a:spcPts val="6917"/>
              </a:lnSpc>
            </a:pPr>
            <a:r>
              <a:rPr lang="en-US" sz="4940">
                <a:solidFill>
                  <a:srgbClr val="C6AA33"/>
                </a:solidFill>
                <a:latin typeface="Dekko"/>
              </a:rPr>
              <a:t>Early periodicals were so expensive that only the wealthy could afford them. By the 1830s, however, less expensive magazines aimed at the general public began to emerge. Rather than maintaining the intellectual air of their predecessors, these magazines focused on amusement and entertainment.</a:t>
            </a:r>
          </a:p>
        </p:txBody>
      </p:sp>
      <p:sp>
        <p:nvSpPr>
          <p:cNvPr id="7" name="Freeform 7"/>
          <p:cNvSpPr/>
          <p:nvPr/>
        </p:nvSpPr>
        <p:spPr>
          <a:xfrm>
            <a:off x="14979265" y="452476"/>
            <a:ext cx="2559163" cy="4114800"/>
          </a:xfrm>
          <a:custGeom>
            <a:avLst/>
            <a:gdLst/>
            <a:ahLst/>
            <a:cxnLst/>
            <a:rect l="l" t="t" r="r" b="b"/>
            <a:pathLst>
              <a:path w="2559163" h="4114800">
                <a:moveTo>
                  <a:pt x="0" y="0"/>
                </a:moveTo>
                <a:lnTo>
                  <a:pt x="2559163" y="0"/>
                </a:lnTo>
                <a:lnTo>
                  <a:pt x="255916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68612"/>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Freeform 2"/>
          <p:cNvSpPr/>
          <p:nvPr/>
        </p:nvSpPr>
        <p:spPr>
          <a:xfrm flipH="1">
            <a:off x="16395486" y="8235985"/>
            <a:ext cx="2574940" cy="2209767"/>
          </a:xfrm>
          <a:custGeom>
            <a:avLst/>
            <a:gdLst/>
            <a:ahLst/>
            <a:cxnLst/>
            <a:rect l="l" t="t" r="r" b="b"/>
            <a:pathLst>
              <a:path w="2574940" h="2209767">
                <a:moveTo>
                  <a:pt x="2574940" y="0"/>
                </a:moveTo>
                <a:lnTo>
                  <a:pt x="0" y="0"/>
                </a:lnTo>
                <a:lnTo>
                  <a:pt x="0" y="2209767"/>
                </a:lnTo>
                <a:lnTo>
                  <a:pt x="2574940" y="2209767"/>
                </a:lnTo>
                <a:lnTo>
                  <a:pt x="257494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984750">
            <a:off x="16287083" y="9439906"/>
            <a:ext cx="2188875" cy="1723241"/>
          </a:xfrm>
          <a:custGeom>
            <a:avLst/>
            <a:gdLst/>
            <a:ahLst/>
            <a:cxnLst/>
            <a:rect l="l" t="t" r="r" b="b"/>
            <a:pathLst>
              <a:path w="2188875" h="1723241">
                <a:moveTo>
                  <a:pt x="0" y="0"/>
                </a:moveTo>
                <a:lnTo>
                  <a:pt x="2188874" y="0"/>
                </a:lnTo>
                <a:lnTo>
                  <a:pt x="2188874" y="1723241"/>
                </a:lnTo>
                <a:lnTo>
                  <a:pt x="0" y="17232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V="1">
            <a:off x="-54217" y="9150821"/>
            <a:ext cx="3196411" cy="2272357"/>
          </a:xfrm>
          <a:custGeom>
            <a:avLst/>
            <a:gdLst/>
            <a:ahLst/>
            <a:cxnLst/>
            <a:rect l="l" t="t" r="r" b="b"/>
            <a:pathLst>
              <a:path w="3196411" h="2272357">
                <a:moveTo>
                  <a:pt x="0" y="2272358"/>
                </a:moveTo>
                <a:lnTo>
                  <a:pt x="3196410" y="2272358"/>
                </a:lnTo>
                <a:lnTo>
                  <a:pt x="3196410" y="0"/>
                </a:lnTo>
                <a:lnTo>
                  <a:pt x="0" y="0"/>
                </a:lnTo>
                <a:lnTo>
                  <a:pt x="0" y="2272358"/>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99499" y="8077233"/>
            <a:ext cx="1943488" cy="2680673"/>
          </a:xfrm>
          <a:custGeom>
            <a:avLst/>
            <a:gdLst/>
            <a:ahLst/>
            <a:cxnLst/>
            <a:rect l="l" t="t" r="r" b="b"/>
            <a:pathLst>
              <a:path w="1943488" h="2680673">
                <a:moveTo>
                  <a:pt x="0" y="0"/>
                </a:moveTo>
                <a:lnTo>
                  <a:pt x="1943487" y="0"/>
                </a:lnTo>
                <a:lnTo>
                  <a:pt x="1943487" y="2680673"/>
                </a:lnTo>
                <a:lnTo>
                  <a:pt x="0" y="26806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882667">
            <a:off x="16664923" y="-613574"/>
            <a:ext cx="1724692" cy="2377395"/>
          </a:xfrm>
          <a:custGeom>
            <a:avLst/>
            <a:gdLst/>
            <a:ahLst/>
            <a:cxnLst/>
            <a:rect l="l" t="t" r="r" b="b"/>
            <a:pathLst>
              <a:path w="1724692" h="2377395">
                <a:moveTo>
                  <a:pt x="0" y="0"/>
                </a:moveTo>
                <a:lnTo>
                  <a:pt x="1724691" y="0"/>
                </a:lnTo>
                <a:lnTo>
                  <a:pt x="1724691" y="2377395"/>
                </a:lnTo>
                <a:lnTo>
                  <a:pt x="0" y="237739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25400" y="2124641"/>
            <a:ext cx="18288000" cy="7017749"/>
          </a:xfrm>
          <a:prstGeom prst="rect">
            <a:avLst/>
          </a:prstGeom>
        </p:spPr>
        <p:txBody>
          <a:bodyPr lIns="0" tIns="0" rIns="0" bIns="0" rtlCol="0" anchor="t">
            <a:spAutoFit/>
          </a:bodyPr>
          <a:lstStyle/>
          <a:p>
            <a:pPr algn="ctr">
              <a:lnSpc>
                <a:spcPts val="7986"/>
              </a:lnSpc>
              <a:spcBef>
                <a:spcPct val="0"/>
              </a:spcBef>
            </a:pPr>
            <a:r>
              <a:rPr lang="en-US" sz="5704" dirty="0">
                <a:solidFill>
                  <a:srgbClr val="D95E32"/>
                </a:solidFill>
                <a:latin typeface="Hussar Bold"/>
              </a:rPr>
              <a:t>Today, there are thousands of magazines worldwide. Magazines inspire, inform, educate and entertain audiences across the globe. Nearly 600 years after the advent  of the printing press, magazines continue to change the nature of things throughout the world.</a:t>
            </a:r>
          </a:p>
        </p:txBody>
      </p:sp>
      <p:sp>
        <p:nvSpPr>
          <p:cNvPr id="8" name="Freeform 8"/>
          <p:cNvSpPr/>
          <p:nvPr/>
        </p:nvSpPr>
        <p:spPr>
          <a:xfrm rot="7138252" flipV="1">
            <a:off x="-569505" y="-561055"/>
            <a:ext cx="3196411" cy="2272357"/>
          </a:xfrm>
          <a:custGeom>
            <a:avLst/>
            <a:gdLst/>
            <a:ahLst/>
            <a:cxnLst/>
            <a:rect l="l" t="t" r="r" b="b"/>
            <a:pathLst>
              <a:path w="3196411" h="2272357">
                <a:moveTo>
                  <a:pt x="0" y="2272357"/>
                </a:moveTo>
                <a:lnTo>
                  <a:pt x="3196410" y="2272357"/>
                </a:lnTo>
                <a:lnTo>
                  <a:pt x="3196410" y="0"/>
                </a:lnTo>
                <a:lnTo>
                  <a:pt x="0" y="0"/>
                </a:lnTo>
                <a:lnTo>
                  <a:pt x="0" y="2272357"/>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99176" y="425924"/>
            <a:ext cx="2455753" cy="602776"/>
          </a:xfrm>
          <a:custGeom>
            <a:avLst/>
            <a:gdLst/>
            <a:ahLst/>
            <a:cxnLst/>
            <a:rect l="l" t="t" r="r" b="b"/>
            <a:pathLst>
              <a:path w="2455753" h="602776">
                <a:moveTo>
                  <a:pt x="0" y="0"/>
                </a:moveTo>
                <a:lnTo>
                  <a:pt x="2455752" y="0"/>
                </a:lnTo>
                <a:lnTo>
                  <a:pt x="2455752" y="602776"/>
                </a:lnTo>
                <a:lnTo>
                  <a:pt x="0" y="60277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11604" b="11604"/>
          <a:stretch>
            <a:fillRect/>
          </a:stretch>
        </p:blipFill>
        <p:spPr>
          <a:xfrm>
            <a:off x="0" y="0"/>
            <a:ext cx="18288000" cy="10287000"/>
          </a:xfrm>
          <a:prstGeom prst="rect">
            <a:avLst/>
          </a:prstGeom>
        </p:spPr>
      </p:pic>
      <p:sp>
        <p:nvSpPr>
          <p:cNvPr id="3" name="TextBox 3"/>
          <p:cNvSpPr txBox="1"/>
          <p:nvPr/>
        </p:nvSpPr>
        <p:spPr>
          <a:xfrm>
            <a:off x="2101842" y="469622"/>
            <a:ext cx="13766169" cy="1314448"/>
          </a:xfrm>
          <a:prstGeom prst="rect">
            <a:avLst/>
          </a:prstGeom>
        </p:spPr>
        <p:txBody>
          <a:bodyPr lIns="0" tIns="0" rIns="0" bIns="0" rtlCol="0" anchor="t">
            <a:spAutoFit/>
          </a:bodyPr>
          <a:lstStyle/>
          <a:p>
            <a:pPr algn="ctr">
              <a:lnSpc>
                <a:spcPts val="10349"/>
              </a:lnSpc>
            </a:pPr>
            <a:r>
              <a:rPr lang="en-US" sz="8999">
                <a:solidFill>
                  <a:srgbClr val="00BF63"/>
                </a:solidFill>
                <a:latin typeface="Montserrat Bold"/>
              </a:rPr>
              <a:t>BRAZIL</a:t>
            </a:r>
          </a:p>
        </p:txBody>
      </p:sp>
      <p:sp>
        <p:nvSpPr>
          <p:cNvPr id="4" name="TextBox 4"/>
          <p:cNvSpPr txBox="1"/>
          <p:nvPr/>
        </p:nvSpPr>
        <p:spPr>
          <a:xfrm>
            <a:off x="2101842" y="1763363"/>
            <a:ext cx="13988463" cy="7236911"/>
          </a:xfrm>
          <a:prstGeom prst="rect">
            <a:avLst/>
          </a:prstGeom>
        </p:spPr>
        <p:txBody>
          <a:bodyPr lIns="0" tIns="0" rIns="0" bIns="0" rtlCol="0" anchor="t">
            <a:spAutoFit/>
          </a:bodyPr>
          <a:lstStyle/>
          <a:p>
            <a:pPr algn="ctr">
              <a:lnSpc>
                <a:spcPts val="7247"/>
              </a:lnSpc>
              <a:spcBef>
                <a:spcPct val="0"/>
              </a:spcBef>
            </a:pPr>
            <a:r>
              <a:rPr lang="en-US" sz="5176">
                <a:solidFill>
                  <a:srgbClr val="545454"/>
                </a:solidFill>
                <a:latin typeface="Montserrat Medium"/>
              </a:rPr>
              <a:t>As primeiras revistas brasileiras surgiram no Brasil em 1812 e traziam em suas publicações novelas populares, história antiga e moderna, costumes e artigos científicos. Aos poucos foram surgindo as revistas ilustradas, no século XX. Destacam-se as revistas Veja, a Época, a IstoÉ e Carta Capital.</a:t>
            </a:r>
          </a:p>
        </p:txBody>
      </p:sp>
      <p:sp>
        <p:nvSpPr>
          <p:cNvPr id="5" name="Freeform 5"/>
          <p:cNvSpPr/>
          <p:nvPr/>
        </p:nvSpPr>
        <p:spPr>
          <a:xfrm>
            <a:off x="4419399" y="-758889"/>
            <a:ext cx="4724601" cy="1517778"/>
          </a:xfrm>
          <a:custGeom>
            <a:avLst/>
            <a:gdLst/>
            <a:ahLst/>
            <a:cxnLst/>
            <a:rect l="l" t="t" r="r" b="b"/>
            <a:pathLst>
              <a:path w="4724601" h="1517778">
                <a:moveTo>
                  <a:pt x="0" y="0"/>
                </a:moveTo>
                <a:lnTo>
                  <a:pt x="4724601" y="0"/>
                </a:lnTo>
                <a:lnTo>
                  <a:pt x="4724601" y="1517778"/>
                </a:lnTo>
                <a:lnTo>
                  <a:pt x="0" y="1517778"/>
                </a:lnTo>
                <a:lnTo>
                  <a:pt x="0" y="0"/>
                </a:lnTo>
                <a:close/>
              </a:path>
            </a:pathLst>
          </a:custGeom>
          <a:blipFill>
            <a:blip r:embed="rId3"/>
            <a:stretch>
              <a:fillRect/>
            </a:stretch>
          </a:blipFill>
        </p:spPr>
      </p:sp>
      <p:sp>
        <p:nvSpPr>
          <p:cNvPr id="6" name="Freeform 6"/>
          <p:cNvSpPr/>
          <p:nvPr/>
        </p:nvSpPr>
        <p:spPr>
          <a:xfrm>
            <a:off x="-1427287" y="-1217988"/>
            <a:ext cx="4765170" cy="3002057"/>
          </a:xfrm>
          <a:custGeom>
            <a:avLst/>
            <a:gdLst/>
            <a:ahLst/>
            <a:cxnLst/>
            <a:rect l="l" t="t" r="r" b="b"/>
            <a:pathLst>
              <a:path w="4765170" h="3002057">
                <a:moveTo>
                  <a:pt x="0" y="0"/>
                </a:moveTo>
                <a:lnTo>
                  <a:pt x="4765170" y="0"/>
                </a:lnTo>
                <a:lnTo>
                  <a:pt x="4765170" y="3002058"/>
                </a:lnTo>
                <a:lnTo>
                  <a:pt x="0" y="3002058"/>
                </a:lnTo>
                <a:lnTo>
                  <a:pt x="0" y="0"/>
                </a:lnTo>
                <a:close/>
              </a:path>
            </a:pathLst>
          </a:custGeom>
          <a:blipFill>
            <a:blip r:embed="rId4"/>
            <a:stretch>
              <a:fillRect/>
            </a:stretch>
          </a:blipFill>
        </p:spPr>
      </p:sp>
      <p:sp>
        <p:nvSpPr>
          <p:cNvPr id="7" name="Freeform 7"/>
          <p:cNvSpPr/>
          <p:nvPr/>
        </p:nvSpPr>
        <p:spPr>
          <a:xfrm>
            <a:off x="14727518" y="8852885"/>
            <a:ext cx="4752930" cy="2144760"/>
          </a:xfrm>
          <a:custGeom>
            <a:avLst/>
            <a:gdLst/>
            <a:ahLst/>
            <a:cxnLst/>
            <a:rect l="l" t="t" r="r" b="b"/>
            <a:pathLst>
              <a:path w="4752930" h="2144760">
                <a:moveTo>
                  <a:pt x="0" y="0"/>
                </a:moveTo>
                <a:lnTo>
                  <a:pt x="4752930" y="0"/>
                </a:lnTo>
                <a:lnTo>
                  <a:pt x="4752930" y="2144759"/>
                </a:lnTo>
                <a:lnTo>
                  <a:pt x="0" y="2144759"/>
                </a:lnTo>
                <a:lnTo>
                  <a:pt x="0" y="0"/>
                </a:lnTo>
                <a:close/>
              </a:path>
            </a:pathLst>
          </a:custGeom>
          <a:blipFill>
            <a:blip r:embed="rId5"/>
            <a:stretch>
              <a:fillRect/>
            </a:stretch>
          </a:blipFill>
        </p:spPr>
      </p:sp>
      <p:sp>
        <p:nvSpPr>
          <p:cNvPr id="8" name="Freeform 8"/>
          <p:cNvSpPr/>
          <p:nvPr/>
        </p:nvSpPr>
        <p:spPr>
          <a:xfrm>
            <a:off x="-2237840" y="8435162"/>
            <a:ext cx="4475680" cy="3580544"/>
          </a:xfrm>
          <a:custGeom>
            <a:avLst/>
            <a:gdLst/>
            <a:ahLst/>
            <a:cxnLst/>
            <a:rect l="l" t="t" r="r" b="b"/>
            <a:pathLst>
              <a:path w="4475680" h="3580544">
                <a:moveTo>
                  <a:pt x="0" y="0"/>
                </a:moveTo>
                <a:lnTo>
                  <a:pt x="4475680" y="0"/>
                </a:lnTo>
                <a:lnTo>
                  <a:pt x="4475680" y="3580544"/>
                </a:lnTo>
                <a:lnTo>
                  <a:pt x="0" y="3580544"/>
                </a:lnTo>
                <a:lnTo>
                  <a:pt x="0" y="0"/>
                </a:lnTo>
                <a:close/>
              </a:path>
            </a:pathLst>
          </a:custGeom>
          <a:blipFill>
            <a:blip r:embed="rId6"/>
            <a:stretch>
              <a:fillRect/>
            </a:stretch>
          </a:blipFill>
        </p:spPr>
      </p:sp>
      <p:sp>
        <p:nvSpPr>
          <p:cNvPr id="9" name="Freeform 9"/>
          <p:cNvSpPr/>
          <p:nvPr/>
        </p:nvSpPr>
        <p:spPr>
          <a:xfrm>
            <a:off x="14791521" y="-1014620"/>
            <a:ext cx="4624922" cy="2873233"/>
          </a:xfrm>
          <a:custGeom>
            <a:avLst/>
            <a:gdLst/>
            <a:ahLst/>
            <a:cxnLst/>
            <a:rect l="l" t="t" r="r" b="b"/>
            <a:pathLst>
              <a:path w="4624922" h="2873233">
                <a:moveTo>
                  <a:pt x="0" y="0"/>
                </a:moveTo>
                <a:lnTo>
                  <a:pt x="4624923" y="0"/>
                </a:lnTo>
                <a:lnTo>
                  <a:pt x="4624923" y="2873233"/>
                </a:lnTo>
                <a:lnTo>
                  <a:pt x="0" y="2873233"/>
                </a:lnTo>
                <a:lnTo>
                  <a:pt x="0" y="0"/>
                </a:lnTo>
                <a:close/>
              </a:path>
            </a:pathLst>
          </a:custGeom>
          <a:blipFill>
            <a:blip r:embed="rId7"/>
            <a:stretch>
              <a:fillRect/>
            </a:stretch>
          </a:blipFill>
        </p:spPr>
      </p:sp>
      <p:sp>
        <p:nvSpPr>
          <p:cNvPr id="10" name="Freeform 10"/>
          <p:cNvSpPr/>
          <p:nvPr/>
        </p:nvSpPr>
        <p:spPr>
          <a:xfrm>
            <a:off x="8962159" y="9076474"/>
            <a:ext cx="5046747" cy="3015432"/>
          </a:xfrm>
          <a:custGeom>
            <a:avLst/>
            <a:gdLst/>
            <a:ahLst/>
            <a:cxnLst/>
            <a:rect l="l" t="t" r="r" b="b"/>
            <a:pathLst>
              <a:path w="5046747" h="3015432">
                <a:moveTo>
                  <a:pt x="0" y="0"/>
                </a:moveTo>
                <a:lnTo>
                  <a:pt x="5046748" y="0"/>
                </a:lnTo>
                <a:lnTo>
                  <a:pt x="5046748" y="3015432"/>
                </a:lnTo>
                <a:lnTo>
                  <a:pt x="0" y="3015432"/>
                </a:lnTo>
                <a:lnTo>
                  <a:pt x="0" y="0"/>
                </a:lnTo>
                <a:close/>
              </a:path>
            </a:pathLst>
          </a:custGeom>
          <a:blipFill>
            <a:blip r:embed="rId8"/>
            <a:stretch>
              <a:fillRect/>
            </a:stretch>
          </a:blipFill>
        </p:spPr>
      </p:sp>
      <p:sp>
        <p:nvSpPr>
          <p:cNvPr id="11" name="Freeform 11"/>
          <p:cNvSpPr/>
          <p:nvPr/>
        </p:nvSpPr>
        <p:spPr>
          <a:xfrm>
            <a:off x="17144662" y="5473682"/>
            <a:ext cx="2236918" cy="2818165"/>
          </a:xfrm>
          <a:custGeom>
            <a:avLst/>
            <a:gdLst/>
            <a:ahLst/>
            <a:cxnLst/>
            <a:rect l="l" t="t" r="r" b="b"/>
            <a:pathLst>
              <a:path w="2236918" h="2818165">
                <a:moveTo>
                  <a:pt x="0" y="0"/>
                </a:moveTo>
                <a:lnTo>
                  <a:pt x="2236918" y="0"/>
                </a:lnTo>
                <a:lnTo>
                  <a:pt x="2236918" y="2818165"/>
                </a:lnTo>
                <a:lnTo>
                  <a:pt x="0" y="2818165"/>
                </a:lnTo>
                <a:lnTo>
                  <a:pt x="0" y="0"/>
                </a:lnTo>
                <a:close/>
              </a:path>
            </a:pathLst>
          </a:custGeom>
          <a:blipFill>
            <a:blip r:embed="rId9"/>
            <a:stretch>
              <a:fillRect/>
            </a:stretch>
          </a:blipFill>
        </p:spPr>
      </p:sp>
      <p:sp>
        <p:nvSpPr>
          <p:cNvPr id="12" name="Freeform 12"/>
          <p:cNvSpPr/>
          <p:nvPr/>
        </p:nvSpPr>
        <p:spPr>
          <a:xfrm>
            <a:off x="-2756934" y="3410801"/>
            <a:ext cx="4130927" cy="4125763"/>
          </a:xfrm>
          <a:custGeom>
            <a:avLst/>
            <a:gdLst/>
            <a:ahLst/>
            <a:cxnLst/>
            <a:rect l="l" t="t" r="r" b="b"/>
            <a:pathLst>
              <a:path w="4130927" h="4125763">
                <a:moveTo>
                  <a:pt x="0" y="0"/>
                </a:moveTo>
                <a:lnTo>
                  <a:pt x="4130927" y="0"/>
                </a:lnTo>
                <a:lnTo>
                  <a:pt x="4130927" y="4125763"/>
                </a:lnTo>
                <a:lnTo>
                  <a:pt x="0" y="4125763"/>
                </a:lnTo>
                <a:lnTo>
                  <a:pt x="0" y="0"/>
                </a:lnTo>
                <a:close/>
              </a:path>
            </a:pathLst>
          </a:custGeom>
          <a:blipFill>
            <a:blip r:embed="rId10"/>
            <a:stretch>
              <a:fillRect/>
            </a:stretch>
          </a:blipFill>
        </p:spPr>
      </p:sp>
      <p:sp>
        <p:nvSpPr>
          <p:cNvPr id="13" name="Freeform 13"/>
          <p:cNvSpPr/>
          <p:nvPr/>
        </p:nvSpPr>
        <p:spPr>
          <a:xfrm>
            <a:off x="3337883" y="9000274"/>
            <a:ext cx="2673001" cy="2862652"/>
          </a:xfrm>
          <a:custGeom>
            <a:avLst/>
            <a:gdLst/>
            <a:ahLst/>
            <a:cxnLst/>
            <a:rect l="l" t="t" r="r" b="b"/>
            <a:pathLst>
              <a:path w="2673001" h="2862652">
                <a:moveTo>
                  <a:pt x="0" y="0"/>
                </a:moveTo>
                <a:lnTo>
                  <a:pt x="2673002" y="0"/>
                </a:lnTo>
                <a:lnTo>
                  <a:pt x="2673002" y="2862652"/>
                </a:lnTo>
                <a:lnTo>
                  <a:pt x="0" y="2862652"/>
                </a:lnTo>
                <a:lnTo>
                  <a:pt x="0" y="0"/>
                </a:lnTo>
                <a:close/>
              </a:path>
            </a:pathLst>
          </a:custGeom>
          <a:blipFill>
            <a:blip r:embed="rId11"/>
            <a:stretch>
              <a:fillRect/>
            </a:stretch>
          </a:blipFill>
        </p:spPr>
      </p:sp>
      <p:sp>
        <p:nvSpPr>
          <p:cNvPr id="14" name="Freeform 14"/>
          <p:cNvSpPr/>
          <p:nvPr/>
        </p:nvSpPr>
        <p:spPr>
          <a:xfrm>
            <a:off x="10519076" y="-976792"/>
            <a:ext cx="4272445" cy="1735681"/>
          </a:xfrm>
          <a:custGeom>
            <a:avLst/>
            <a:gdLst/>
            <a:ahLst/>
            <a:cxnLst/>
            <a:rect l="l" t="t" r="r" b="b"/>
            <a:pathLst>
              <a:path w="4272445" h="1735681">
                <a:moveTo>
                  <a:pt x="0" y="0"/>
                </a:moveTo>
                <a:lnTo>
                  <a:pt x="4272445" y="0"/>
                </a:lnTo>
                <a:lnTo>
                  <a:pt x="4272445" y="1735681"/>
                </a:lnTo>
                <a:lnTo>
                  <a:pt x="0" y="1735681"/>
                </a:lnTo>
                <a:lnTo>
                  <a:pt x="0" y="0"/>
                </a:lnTo>
                <a:close/>
              </a:path>
            </a:pathLst>
          </a:custGeom>
          <a:blipFill>
            <a:blip r:embed="rId12"/>
            <a:stretch>
              <a:fillRect/>
            </a:stretch>
          </a:blipFill>
        </p:spPr>
      </p:sp>
      <p:sp>
        <p:nvSpPr>
          <p:cNvPr id="15" name="Freeform 15"/>
          <p:cNvSpPr/>
          <p:nvPr/>
        </p:nvSpPr>
        <p:spPr>
          <a:xfrm rot="-5400000">
            <a:off x="17009483" y="2377585"/>
            <a:ext cx="2694985" cy="2246944"/>
          </a:xfrm>
          <a:custGeom>
            <a:avLst/>
            <a:gdLst/>
            <a:ahLst/>
            <a:cxnLst/>
            <a:rect l="l" t="t" r="r" b="b"/>
            <a:pathLst>
              <a:path w="2694985" h="2246944">
                <a:moveTo>
                  <a:pt x="0" y="0"/>
                </a:moveTo>
                <a:lnTo>
                  <a:pt x="2694985" y="0"/>
                </a:lnTo>
                <a:lnTo>
                  <a:pt x="2694985" y="2246944"/>
                </a:lnTo>
                <a:lnTo>
                  <a:pt x="0" y="2246944"/>
                </a:lnTo>
                <a:lnTo>
                  <a:pt x="0" y="0"/>
                </a:lnTo>
                <a:close/>
              </a:path>
            </a:pathLst>
          </a:custGeom>
          <a:blipFill>
            <a:blip r:embed="rId13"/>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BF15"/>
        </a:solidFill>
        <a:effectLst/>
      </p:bgPr>
    </p:bg>
    <p:spTree>
      <p:nvGrpSpPr>
        <p:cNvPr id="1" name=""/>
        <p:cNvGrpSpPr/>
        <p:nvPr/>
      </p:nvGrpSpPr>
      <p:grpSpPr>
        <a:xfrm>
          <a:off x="0" y="0"/>
          <a:ext cx="0" cy="0"/>
          <a:chOff x="0" y="0"/>
          <a:chExt cx="0" cy="0"/>
        </a:xfrm>
      </p:grpSpPr>
      <p:sp>
        <p:nvSpPr>
          <p:cNvPr id="2" name="Freeform 2"/>
          <p:cNvSpPr/>
          <p:nvPr/>
        </p:nvSpPr>
        <p:spPr>
          <a:xfrm rot="-120534">
            <a:off x="813133" y="1495974"/>
            <a:ext cx="8415860" cy="7003935"/>
          </a:xfrm>
          <a:custGeom>
            <a:avLst/>
            <a:gdLst/>
            <a:ahLst/>
            <a:cxnLst/>
            <a:rect l="l" t="t" r="r" b="b"/>
            <a:pathLst>
              <a:path w="8415860" h="7003935">
                <a:moveTo>
                  <a:pt x="0" y="0"/>
                </a:moveTo>
                <a:lnTo>
                  <a:pt x="8415860" y="0"/>
                </a:lnTo>
                <a:lnTo>
                  <a:pt x="8415860" y="7003935"/>
                </a:lnTo>
                <a:lnTo>
                  <a:pt x="0" y="7003935"/>
                </a:lnTo>
                <a:lnTo>
                  <a:pt x="0" y="0"/>
                </a:lnTo>
                <a:close/>
              </a:path>
            </a:pathLst>
          </a:custGeom>
          <a:blipFill>
            <a:blip r:embed="rId2"/>
            <a:stretch>
              <a:fillRect l="-15788" r="-15788"/>
            </a:stretch>
          </a:blipFill>
        </p:spPr>
      </p:sp>
      <p:grpSp>
        <p:nvGrpSpPr>
          <p:cNvPr id="3" name="Group 3"/>
          <p:cNvGrpSpPr/>
          <p:nvPr/>
        </p:nvGrpSpPr>
        <p:grpSpPr>
          <a:xfrm>
            <a:off x="-167738" y="-506088"/>
            <a:ext cx="860697" cy="11008059"/>
            <a:chOff x="0" y="0"/>
            <a:chExt cx="1147595" cy="14677412"/>
          </a:xfrm>
        </p:grpSpPr>
        <p:sp>
          <p:nvSpPr>
            <p:cNvPr id="4" name="Freeform 4"/>
            <p:cNvSpPr/>
            <p:nvPr/>
          </p:nvSpPr>
          <p:spPr>
            <a:xfrm>
              <a:off x="0" y="0"/>
              <a:ext cx="1147595" cy="9147499"/>
            </a:xfrm>
            <a:custGeom>
              <a:avLst/>
              <a:gdLst/>
              <a:ahLst/>
              <a:cxnLst/>
              <a:rect l="l" t="t" r="r" b="b"/>
              <a:pathLst>
                <a:path w="1147595" h="9147499">
                  <a:moveTo>
                    <a:pt x="0" y="0"/>
                  </a:moveTo>
                  <a:lnTo>
                    <a:pt x="1147595" y="0"/>
                  </a:lnTo>
                  <a:lnTo>
                    <a:pt x="1147595" y="9147499"/>
                  </a:lnTo>
                  <a:lnTo>
                    <a:pt x="0" y="9147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0" y="9236399"/>
              <a:ext cx="1147595" cy="5441012"/>
            </a:xfrm>
            <a:custGeom>
              <a:avLst/>
              <a:gdLst/>
              <a:ahLst/>
              <a:cxnLst/>
              <a:rect l="l" t="t" r="r" b="b"/>
              <a:pathLst>
                <a:path w="1147595" h="5441012">
                  <a:moveTo>
                    <a:pt x="0" y="0"/>
                  </a:moveTo>
                  <a:lnTo>
                    <a:pt x="1147595" y="0"/>
                  </a:lnTo>
                  <a:lnTo>
                    <a:pt x="1147595" y="5441013"/>
                  </a:lnTo>
                  <a:lnTo>
                    <a:pt x="0" y="5441013"/>
                  </a:lnTo>
                  <a:lnTo>
                    <a:pt x="0" y="0"/>
                  </a:lnTo>
                  <a:close/>
                </a:path>
              </a:pathLst>
            </a:custGeom>
            <a:blipFill>
              <a:blip r:embed="rId3">
                <a:extLst>
                  <a:ext uri="{96DAC541-7B7A-43D3-8B79-37D633B846F1}">
                    <asvg:svgBlip xmlns:asvg="http://schemas.microsoft.com/office/drawing/2016/SVG/main" r:embed="rId4"/>
                  </a:ext>
                </a:extLst>
              </a:blip>
              <a:stretch>
                <a:fillRect b="-68121"/>
              </a:stretch>
            </a:blipFill>
          </p:spPr>
        </p:sp>
      </p:grpSp>
      <p:sp>
        <p:nvSpPr>
          <p:cNvPr id="6" name="TextBox 6"/>
          <p:cNvSpPr txBox="1"/>
          <p:nvPr/>
        </p:nvSpPr>
        <p:spPr>
          <a:xfrm>
            <a:off x="9990415" y="539623"/>
            <a:ext cx="8126142" cy="9293804"/>
          </a:xfrm>
          <a:prstGeom prst="rect">
            <a:avLst/>
          </a:prstGeom>
        </p:spPr>
        <p:txBody>
          <a:bodyPr lIns="0" tIns="0" rIns="0" bIns="0" rtlCol="0" anchor="t">
            <a:spAutoFit/>
          </a:bodyPr>
          <a:lstStyle/>
          <a:p>
            <a:pPr>
              <a:lnSpc>
                <a:spcPts val="5180"/>
              </a:lnSpc>
            </a:pPr>
            <a:r>
              <a:rPr lang="en-US" sz="3120" spc="193">
                <a:solidFill>
                  <a:srgbClr val="545454"/>
                </a:solidFill>
                <a:latin typeface="Hussar Bold"/>
              </a:rPr>
              <a:t>Horoscopes,</a:t>
            </a:r>
          </a:p>
          <a:p>
            <a:pPr>
              <a:lnSpc>
                <a:spcPts val="5302"/>
              </a:lnSpc>
            </a:pPr>
            <a:r>
              <a:rPr lang="en-US" sz="3194" spc="198">
                <a:solidFill>
                  <a:srgbClr val="545454"/>
                </a:solidFill>
                <a:latin typeface="Hussar Bold"/>
              </a:rPr>
              <a:t>Beauty tips,</a:t>
            </a:r>
          </a:p>
          <a:p>
            <a:pPr>
              <a:lnSpc>
                <a:spcPts val="5302"/>
              </a:lnSpc>
            </a:pPr>
            <a:r>
              <a:rPr lang="en-US" sz="3194" spc="198">
                <a:solidFill>
                  <a:srgbClr val="545454"/>
                </a:solidFill>
                <a:latin typeface="Hussar Bold"/>
              </a:rPr>
              <a:t>Sports pages,</a:t>
            </a:r>
          </a:p>
          <a:p>
            <a:pPr>
              <a:lnSpc>
                <a:spcPts val="5302"/>
              </a:lnSpc>
            </a:pPr>
            <a:r>
              <a:rPr lang="en-US" sz="3194" spc="198">
                <a:solidFill>
                  <a:srgbClr val="545454"/>
                </a:solidFill>
                <a:latin typeface="Hussar Bold"/>
              </a:rPr>
              <a:t>Film reviews, </a:t>
            </a:r>
          </a:p>
          <a:p>
            <a:pPr>
              <a:lnSpc>
                <a:spcPts val="5302"/>
              </a:lnSpc>
            </a:pPr>
            <a:r>
              <a:rPr lang="en-US" sz="3194" spc="198">
                <a:solidFill>
                  <a:srgbClr val="545454"/>
                </a:solidFill>
                <a:latin typeface="Hussar Bold"/>
              </a:rPr>
              <a:t>cinema news,</a:t>
            </a:r>
          </a:p>
          <a:p>
            <a:pPr>
              <a:lnSpc>
                <a:spcPts val="5302"/>
              </a:lnSpc>
            </a:pPr>
            <a:r>
              <a:rPr lang="en-US" sz="3194" spc="198">
                <a:solidFill>
                  <a:srgbClr val="545454"/>
                </a:solidFill>
                <a:latin typeface="Hussar Bold"/>
              </a:rPr>
              <a:t>Fashion, photo stories, comic strips, puzzles, </a:t>
            </a:r>
          </a:p>
          <a:p>
            <a:pPr>
              <a:lnSpc>
                <a:spcPts val="5302"/>
              </a:lnSpc>
            </a:pPr>
            <a:r>
              <a:rPr lang="en-US" sz="3194" spc="198">
                <a:solidFill>
                  <a:srgbClr val="545454"/>
                </a:solidFill>
                <a:latin typeface="Hussar Bold"/>
              </a:rPr>
              <a:t>technology pages,  </a:t>
            </a:r>
          </a:p>
          <a:p>
            <a:pPr>
              <a:lnSpc>
                <a:spcPts val="5302"/>
              </a:lnSpc>
            </a:pPr>
            <a:r>
              <a:rPr lang="en-US" sz="3194" spc="198">
                <a:solidFill>
                  <a:srgbClr val="545454"/>
                </a:solidFill>
                <a:latin typeface="Hussar Bold"/>
              </a:rPr>
              <a:t>music,</a:t>
            </a:r>
          </a:p>
          <a:p>
            <a:pPr>
              <a:lnSpc>
                <a:spcPts val="5302"/>
              </a:lnSpc>
            </a:pPr>
            <a:r>
              <a:rPr lang="en-US" sz="3194" spc="198">
                <a:solidFill>
                  <a:srgbClr val="545454"/>
                </a:solidFill>
                <a:latin typeface="Hussar Bold"/>
              </a:rPr>
              <a:t>Interviews </a:t>
            </a:r>
          </a:p>
          <a:p>
            <a:pPr>
              <a:lnSpc>
                <a:spcPts val="5302"/>
              </a:lnSpc>
            </a:pPr>
            <a:r>
              <a:rPr lang="en-US" sz="3194" spc="198">
                <a:solidFill>
                  <a:srgbClr val="545454"/>
                </a:solidFill>
                <a:latin typeface="Hussar Bold"/>
              </a:rPr>
              <a:t>Recipes, jokes,</a:t>
            </a:r>
          </a:p>
          <a:p>
            <a:pPr>
              <a:lnSpc>
                <a:spcPts val="5302"/>
              </a:lnSpc>
            </a:pPr>
            <a:r>
              <a:rPr lang="en-US" sz="3194" spc="198">
                <a:solidFill>
                  <a:srgbClr val="545454"/>
                </a:solidFill>
                <a:latin typeface="Hussar Bold"/>
              </a:rPr>
              <a:t>Problems Solutions (like a behavior or relationship tips)</a:t>
            </a:r>
          </a:p>
          <a:p>
            <a:pPr>
              <a:lnSpc>
                <a:spcPts val="5302"/>
              </a:lnSpc>
            </a:pPr>
            <a:endParaRPr lang="en-US" sz="3194" spc="198">
              <a:solidFill>
                <a:srgbClr val="545454"/>
              </a:solidFill>
              <a:latin typeface="Hussar Bold"/>
            </a:endParaRPr>
          </a:p>
        </p:txBody>
      </p:sp>
      <p:sp>
        <p:nvSpPr>
          <p:cNvPr id="7" name="TextBox 7"/>
          <p:cNvSpPr txBox="1"/>
          <p:nvPr/>
        </p:nvSpPr>
        <p:spPr>
          <a:xfrm>
            <a:off x="692959" y="2336036"/>
            <a:ext cx="8444346" cy="5536711"/>
          </a:xfrm>
          <a:prstGeom prst="rect">
            <a:avLst/>
          </a:prstGeom>
        </p:spPr>
        <p:txBody>
          <a:bodyPr lIns="0" tIns="0" rIns="0" bIns="0" rtlCol="0" anchor="t">
            <a:spAutoFit/>
          </a:bodyPr>
          <a:lstStyle/>
          <a:p>
            <a:pPr algn="ctr">
              <a:lnSpc>
                <a:spcPts val="11061"/>
              </a:lnSpc>
              <a:spcBef>
                <a:spcPct val="0"/>
              </a:spcBef>
            </a:pPr>
            <a:r>
              <a:rPr lang="en-US" sz="7901">
                <a:solidFill>
                  <a:srgbClr val="000000"/>
                </a:solidFill>
                <a:latin typeface="Hussar Bold"/>
              </a:rPr>
              <a:t>Different</a:t>
            </a:r>
          </a:p>
          <a:p>
            <a:pPr algn="ctr">
              <a:lnSpc>
                <a:spcPts val="11061"/>
              </a:lnSpc>
              <a:spcBef>
                <a:spcPct val="0"/>
              </a:spcBef>
            </a:pPr>
            <a:r>
              <a:rPr lang="en-US" sz="7901">
                <a:solidFill>
                  <a:srgbClr val="000000"/>
                </a:solidFill>
                <a:latin typeface="Hussar Bold"/>
              </a:rPr>
              <a:t>sections that magazines have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340112"/>
            <a:ext cx="4226154" cy="1647817"/>
            <a:chOff x="0" y="0"/>
            <a:chExt cx="2084587" cy="812800"/>
          </a:xfrm>
        </p:grpSpPr>
        <p:sp>
          <p:nvSpPr>
            <p:cNvPr id="3" name="Freeform 3"/>
            <p:cNvSpPr/>
            <p:nvPr/>
          </p:nvSpPr>
          <p:spPr>
            <a:xfrm>
              <a:off x="0" y="0"/>
              <a:ext cx="2084587" cy="812800"/>
            </a:xfrm>
            <a:custGeom>
              <a:avLst/>
              <a:gdLst/>
              <a:ahLst/>
              <a:cxnLst/>
              <a:rect l="l" t="t" r="r" b="b"/>
              <a:pathLst>
                <a:path w="2084587" h="812800">
                  <a:moveTo>
                    <a:pt x="54957" y="0"/>
                  </a:moveTo>
                  <a:lnTo>
                    <a:pt x="2029630" y="0"/>
                  </a:lnTo>
                  <a:cubicBezTo>
                    <a:pt x="2059982" y="0"/>
                    <a:pt x="2084587" y="24605"/>
                    <a:pt x="2084587" y="54957"/>
                  </a:cubicBezTo>
                  <a:lnTo>
                    <a:pt x="2084587" y="757843"/>
                  </a:lnTo>
                  <a:cubicBezTo>
                    <a:pt x="2084587" y="772418"/>
                    <a:pt x="2078797" y="786397"/>
                    <a:pt x="2068490" y="796703"/>
                  </a:cubicBezTo>
                  <a:cubicBezTo>
                    <a:pt x="2058184" y="807010"/>
                    <a:pt x="2044205" y="812800"/>
                    <a:pt x="2029630" y="812800"/>
                  </a:cubicBezTo>
                  <a:lnTo>
                    <a:pt x="54957" y="812800"/>
                  </a:lnTo>
                  <a:cubicBezTo>
                    <a:pt x="40382" y="812800"/>
                    <a:pt x="26403" y="807010"/>
                    <a:pt x="16097" y="796703"/>
                  </a:cubicBezTo>
                  <a:cubicBezTo>
                    <a:pt x="5790" y="786397"/>
                    <a:pt x="0" y="772418"/>
                    <a:pt x="0" y="757843"/>
                  </a:cubicBezTo>
                  <a:lnTo>
                    <a:pt x="0" y="54957"/>
                  </a:lnTo>
                  <a:cubicBezTo>
                    <a:pt x="0" y="40382"/>
                    <a:pt x="5790" y="26403"/>
                    <a:pt x="16097" y="16097"/>
                  </a:cubicBezTo>
                  <a:cubicBezTo>
                    <a:pt x="26403" y="5790"/>
                    <a:pt x="40382" y="0"/>
                    <a:pt x="54957" y="0"/>
                  </a:cubicBezTo>
                  <a:close/>
                </a:path>
              </a:pathLst>
            </a:custGeom>
            <a:solidFill>
              <a:srgbClr val="FF755D"/>
            </a:solidFill>
          </p:spPr>
        </p:sp>
        <p:sp>
          <p:nvSpPr>
            <p:cNvPr id="4" name="TextBox 4"/>
            <p:cNvSpPr txBox="1"/>
            <p:nvPr/>
          </p:nvSpPr>
          <p:spPr>
            <a:xfrm>
              <a:off x="0" y="76200"/>
              <a:ext cx="2084587" cy="736600"/>
            </a:xfrm>
            <a:prstGeom prst="rect">
              <a:avLst/>
            </a:prstGeom>
          </p:spPr>
          <p:txBody>
            <a:bodyPr lIns="50800" tIns="50800" rIns="50800" bIns="50800" rtlCol="0" anchor="ctr"/>
            <a:lstStyle/>
            <a:p>
              <a:pPr algn="ctr">
                <a:lnSpc>
                  <a:spcPts val="7724"/>
                </a:lnSpc>
              </a:pPr>
              <a:r>
                <a:rPr lang="en-US" sz="7499" spc="532" dirty="0">
                  <a:solidFill>
                    <a:srgbClr val="FFFFFF"/>
                  </a:solidFill>
                  <a:latin typeface="Arimo Bold"/>
                </a:rPr>
                <a:t>TÍTULO</a:t>
              </a:r>
            </a:p>
          </p:txBody>
        </p:sp>
      </p:grpSp>
      <p:sp>
        <p:nvSpPr>
          <p:cNvPr id="5" name="TextBox 5"/>
          <p:cNvSpPr txBox="1"/>
          <p:nvPr/>
        </p:nvSpPr>
        <p:spPr>
          <a:xfrm>
            <a:off x="2515020" y="1223286"/>
            <a:ext cx="13257959" cy="1242060"/>
          </a:xfrm>
          <a:prstGeom prst="rect">
            <a:avLst/>
          </a:prstGeom>
        </p:spPr>
        <p:txBody>
          <a:bodyPr lIns="0" tIns="0" rIns="0" bIns="0" rtlCol="0" anchor="t">
            <a:spAutoFit/>
          </a:bodyPr>
          <a:lstStyle/>
          <a:p>
            <a:pPr marL="0" lvl="0" indent="0" algn="ctr">
              <a:lnSpc>
                <a:spcPts val="8519"/>
              </a:lnSpc>
              <a:spcBef>
                <a:spcPct val="0"/>
              </a:spcBef>
            </a:pPr>
            <a:r>
              <a:rPr lang="en-US" sz="12000">
                <a:solidFill>
                  <a:srgbClr val="FF779E"/>
                </a:solidFill>
                <a:latin typeface="Margin"/>
              </a:rPr>
              <a:t>PARTS OF THE NEWS</a:t>
            </a:r>
          </a:p>
        </p:txBody>
      </p:sp>
      <p:sp>
        <p:nvSpPr>
          <p:cNvPr id="6" name="TextBox 6"/>
          <p:cNvSpPr txBox="1"/>
          <p:nvPr/>
        </p:nvSpPr>
        <p:spPr>
          <a:xfrm>
            <a:off x="1028700" y="5432956"/>
            <a:ext cx="4157463" cy="2514982"/>
          </a:xfrm>
          <a:prstGeom prst="rect">
            <a:avLst/>
          </a:prstGeom>
        </p:spPr>
        <p:txBody>
          <a:bodyPr lIns="0" tIns="0" rIns="0" bIns="0" rtlCol="0" anchor="t">
            <a:spAutoFit/>
          </a:bodyPr>
          <a:lstStyle/>
          <a:p>
            <a:pPr>
              <a:lnSpc>
                <a:spcPts val="5081"/>
              </a:lnSpc>
            </a:pPr>
            <a:r>
              <a:rPr lang="en-US" sz="3299">
                <a:solidFill>
                  <a:srgbClr val="000000"/>
                </a:solidFill>
                <a:latin typeface="Montserrat"/>
              </a:rPr>
              <a:t>Engages the reader's interest.</a:t>
            </a:r>
          </a:p>
          <a:p>
            <a:pPr>
              <a:lnSpc>
                <a:spcPts val="5081"/>
              </a:lnSpc>
            </a:pPr>
            <a:r>
              <a:rPr lang="en-US" sz="3299">
                <a:solidFill>
                  <a:srgbClr val="000000"/>
                </a:solidFill>
                <a:latin typeface="Montserrat Medium"/>
              </a:rPr>
              <a:t>Headline.</a:t>
            </a:r>
          </a:p>
          <a:p>
            <a:pPr>
              <a:lnSpc>
                <a:spcPts val="5081"/>
              </a:lnSpc>
            </a:pPr>
            <a:endParaRPr lang="en-US" sz="3299">
              <a:solidFill>
                <a:srgbClr val="000000"/>
              </a:solidFill>
              <a:latin typeface="Montserrat Medium"/>
            </a:endParaRPr>
          </a:p>
        </p:txBody>
      </p:sp>
      <p:grpSp>
        <p:nvGrpSpPr>
          <p:cNvPr id="7" name="Group 7"/>
          <p:cNvGrpSpPr/>
          <p:nvPr/>
        </p:nvGrpSpPr>
        <p:grpSpPr>
          <a:xfrm>
            <a:off x="6602499" y="3340112"/>
            <a:ext cx="4723834" cy="1647817"/>
            <a:chOff x="0" y="0"/>
            <a:chExt cx="2330072" cy="812800"/>
          </a:xfrm>
        </p:grpSpPr>
        <p:sp>
          <p:nvSpPr>
            <p:cNvPr id="8" name="Freeform 8"/>
            <p:cNvSpPr/>
            <p:nvPr/>
          </p:nvSpPr>
          <p:spPr>
            <a:xfrm>
              <a:off x="0" y="0"/>
              <a:ext cx="2330072" cy="812800"/>
            </a:xfrm>
            <a:custGeom>
              <a:avLst/>
              <a:gdLst/>
              <a:ahLst/>
              <a:cxnLst/>
              <a:rect l="l" t="t" r="r" b="b"/>
              <a:pathLst>
                <a:path w="2330072" h="812800">
                  <a:moveTo>
                    <a:pt x="49167" y="0"/>
                  </a:moveTo>
                  <a:lnTo>
                    <a:pt x="2280905" y="0"/>
                  </a:lnTo>
                  <a:cubicBezTo>
                    <a:pt x="2293945" y="0"/>
                    <a:pt x="2306450" y="5180"/>
                    <a:pt x="2315671" y="14401"/>
                  </a:cubicBezTo>
                  <a:cubicBezTo>
                    <a:pt x="2324892" y="23621"/>
                    <a:pt x="2330072" y="36127"/>
                    <a:pt x="2330072" y="49167"/>
                  </a:cubicBezTo>
                  <a:lnTo>
                    <a:pt x="2330072" y="763633"/>
                  </a:lnTo>
                  <a:cubicBezTo>
                    <a:pt x="2330072" y="776673"/>
                    <a:pt x="2324892" y="789179"/>
                    <a:pt x="2315671" y="798399"/>
                  </a:cubicBezTo>
                  <a:cubicBezTo>
                    <a:pt x="2306450" y="807620"/>
                    <a:pt x="2293945" y="812800"/>
                    <a:pt x="2280905" y="812800"/>
                  </a:cubicBezTo>
                  <a:lnTo>
                    <a:pt x="49167" y="812800"/>
                  </a:lnTo>
                  <a:cubicBezTo>
                    <a:pt x="36127" y="812800"/>
                    <a:pt x="23621" y="807620"/>
                    <a:pt x="14401" y="798399"/>
                  </a:cubicBezTo>
                  <a:cubicBezTo>
                    <a:pt x="5180" y="789179"/>
                    <a:pt x="0" y="776673"/>
                    <a:pt x="0" y="763633"/>
                  </a:cubicBezTo>
                  <a:lnTo>
                    <a:pt x="0" y="49167"/>
                  </a:lnTo>
                  <a:cubicBezTo>
                    <a:pt x="0" y="36127"/>
                    <a:pt x="5180" y="23621"/>
                    <a:pt x="14401" y="14401"/>
                  </a:cubicBezTo>
                  <a:cubicBezTo>
                    <a:pt x="23621" y="5180"/>
                    <a:pt x="36127" y="0"/>
                    <a:pt x="49167" y="0"/>
                  </a:cubicBezTo>
                  <a:close/>
                </a:path>
              </a:pathLst>
            </a:custGeom>
            <a:solidFill>
              <a:srgbClr val="FF779E"/>
            </a:solidFill>
          </p:spPr>
        </p:sp>
        <p:sp>
          <p:nvSpPr>
            <p:cNvPr id="9" name="TextBox 9"/>
            <p:cNvSpPr txBox="1"/>
            <p:nvPr/>
          </p:nvSpPr>
          <p:spPr>
            <a:xfrm>
              <a:off x="373167" y="38100"/>
              <a:ext cx="1583738" cy="736600"/>
            </a:xfrm>
            <a:prstGeom prst="rect">
              <a:avLst/>
            </a:prstGeom>
          </p:spPr>
          <p:txBody>
            <a:bodyPr lIns="50800" tIns="50800" rIns="50800" bIns="50800" rtlCol="0" anchor="ctr"/>
            <a:lstStyle/>
            <a:p>
              <a:pPr algn="ctr">
                <a:lnSpc>
                  <a:spcPts val="7724"/>
                </a:lnSpc>
              </a:pPr>
              <a:r>
                <a:rPr lang="en-US" sz="7499" spc="532" dirty="0">
                  <a:solidFill>
                    <a:srgbClr val="FFFFFF"/>
                  </a:solidFill>
                  <a:latin typeface="Arimo Bold"/>
                </a:rPr>
                <a:t>LEAD</a:t>
              </a:r>
            </a:p>
          </p:txBody>
        </p:sp>
      </p:grpSp>
      <p:grpSp>
        <p:nvGrpSpPr>
          <p:cNvPr id="10" name="Group 10"/>
          <p:cNvGrpSpPr/>
          <p:nvPr/>
        </p:nvGrpSpPr>
        <p:grpSpPr>
          <a:xfrm>
            <a:off x="12470432" y="3340112"/>
            <a:ext cx="4304985" cy="1647817"/>
            <a:chOff x="0" y="0"/>
            <a:chExt cx="2123471" cy="812800"/>
          </a:xfrm>
        </p:grpSpPr>
        <p:sp>
          <p:nvSpPr>
            <p:cNvPr id="11" name="Freeform 11"/>
            <p:cNvSpPr/>
            <p:nvPr/>
          </p:nvSpPr>
          <p:spPr>
            <a:xfrm>
              <a:off x="0" y="0"/>
              <a:ext cx="2123471" cy="812800"/>
            </a:xfrm>
            <a:custGeom>
              <a:avLst/>
              <a:gdLst/>
              <a:ahLst/>
              <a:cxnLst/>
              <a:rect l="l" t="t" r="r" b="b"/>
              <a:pathLst>
                <a:path w="2123471" h="812800">
                  <a:moveTo>
                    <a:pt x="53951" y="0"/>
                  </a:moveTo>
                  <a:lnTo>
                    <a:pt x="2069520" y="0"/>
                  </a:lnTo>
                  <a:cubicBezTo>
                    <a:pt x="2083829" y="0"/>
                    <a:pt x="2097552" y="5684"/>
                    <a:pt x="2107669" y="15802"/>
                  </a:cubicBezTo>
                  <a:cubicBezTo>
                    <a:pt x="2117787" y="25920"/>
                    <a:pt x="2123471" y="39642"/>
                    <a:pt x="2123471" y="53951"/>
                  </a:cubicBezTo>
                  <a:lnTo>
                    <a:pt x="2123471" y="758849"/>
                  </a:lnTo>
                  <a:cubicBezTo>
                    <a:pt x="2123471" y="773158"/>
                    <a:pt x="2117787" y="786880"/>
                    <a:pt x="2107669" y="796998"/>
                  </a:cubicBezTo>
                  <a:cubicBezTo>
                    <a:pt x="2097552" y="807116"/>
                    <a:pt x="2083829" y="812800"/>
                    <a:pt x="2069520" y="812800"/>
                  </a:cubicBezTo>
                  <a:lnTo>
                    <a:pt x="53951" y="812800"/>
                  </a:lnTo>
                  <a:cubicBezTo>
                    <a:pt x="39642" y="812800"/>
                    <a:pt x="25920" y="807116"/>
                    <a:pt x="15802" y="796998"/>
                  </a:cubicBezTo>
                  <a:cubicBezTo>
                    <a:pt x="5684" y="786880"/>
                    <a:pt x="0" y="773158"/>
                    <a:pt x="0" y="758849"/>
                  </a:cubicBezTo>
                  <a:lnTo>
                    <a:pt x="0" y="53951"/>
                  </a:lnTo>
                  <a:cubicBezTo>
                    <a:pt x="0" y="39642"/>
                    <a:pt x="5684" y="25920"/>
                    <a:pt x="15802" y="15802"/>
                  </a:cubicBezTo>
                  <a:cubicBezTo>
                    <a:pt x="25920" y="5684"/>
                    <a:pt x="39642" y="0"/>
                    <a:pt x="53951" y="0"/>
                  </a:cubicBezTo>
                  <a:close/>
                </a:path>
              </a:pathLst>
            </a:custGeom>
            <a:solidFill>
              <a:srgbClr val="BBB782"/>
            </a:solidFill>
          </p:spPr>
        </p:sp>
        <p:sp>
          <p:nvSpPr>
            <p:cNvPr id="12" name="TextBox 12"/>
            <p:cNvSpPr txBox="1"/>
            <p:nvPr/>
          </p:nvSpPr>
          <p:spPr>
            <a:xfrm>
              <a:off x="0" y="76200"/>
              <a:ext cx="2123471" cy="736600"/>
            </a:xfrm>
            <a:prstGeom prst="rect">
              <a:avLst/>
            </a:prstGeom>
          </p:spPr>
          <p:txBody>
            <a:bodyPr lIns="50800" tIns="50800" rIns="50800" bIns="50800" rtlCol="0" anchor="ctr"/>
            <a:lstStyle/>
            <a:p>
              <a:pPr algn="ctr">
                <a:lnSpc>
                  <a:spcPts val="7724"/>
                </a:lnSpc>
              </a:pPr>
              <a:r>
                <a:rPr lang="en-US" sz="7499" spc="532" dirty="0">
                  <a:solidFill>
                    <a:srgbClr val="FFFFFF"/>
                  </a:solidFill>
                  <a:latin typeface="Arimo Bold"/>
                </a:rPr>
                <a:t>CORPO</a:t>
              </a:r>
            </a:p>
          </p:txBody>
        </p:sp>
      </p:grpSp>
      <p:sp>
        <p:nvSpPr>
          <p:cNvPr id="13" name="TextBox 13"/>
          <p:cNvSpPr txBox="1"/>
          <p:nvPr/>
        </p:nvSpPr>
        <p:spPr>
          <a:xfrm>
            <a:off x="6487969" y="5378412"/>
            <a:ext cx="4952894" cy="3153157"/>
          </a:xfrm>
          <a:prstGeom prst="rect">
            <a:avLst/>
          </a:prstGeom>
        </p:spPr>
        <p:txBody>
          <a:bodyPr lIns="0" tIns="0" rIns="0" bIns="0" rtlCol="0" anchor="t">
            <a:spAutoFit/>
          </a:bodyPr>
          <a:lstStyle/>
          <a:p>
            <a:pPr>
              <a:lnSpc>
                <a:spcPts val="5081"/>
              </a:lnSpc>
            </a:pPr>
            <a:r>
              <a:rPr lang="en-US" sz="3299">
                <a:solidFill>
                  <a:srgbClr val="000000"/>
                </a:solidFill>
                <a:latin typeface="Montserrat Medium"/>
              </a:rPr>
              <a:t>First paragraph of the text.</a:t>
            </a:r>
          </a:p>
          <a:p>
            <a:pPr>
              <a:lnSpc>
                <a:spcPts val="5081"/>
              </a:lnSpc>
            </a:pPr>
            <a:r>
              <a:rPr lang="en-US" sz="3299">
                <a:solidFill>
                  <a:srgbClr val="000000"/>
                </a:solidFill>
                <a:latin typeface="Montserrat Medium"/>
              </a:rPr>
              <a:t>Presents information: who, where, when, how, what.</a:t>
            </a:r>
          </a:p>
        </p:txBody>
      </p:sp>
      <p:sp>
        <p:nvSpPr>
          <p:cNvPr id="14" name="TextBox 14"/>
          <p:cNvSpPr txBox="1"/>
          <p:nvPr/>
        </p:nvSpPr>
        <p:spPr>
          <a:xfrm>
            <a:off x="12779286" y="5359362"/>
            <a:ext cx="3708489" cy="2294257"/>
          </a:xfrm>
          <a:prstGeom prst="rect">
            <a:avLst/>
          </a:prstGeom>
        </p:spPr>
        <p:txBody>
          <a:bodyPr lIns="0" tIns="0" rIns="0" bIns="0" rtlCol="0" anchor="t">
            <a:spAutoFit/>
          </a:bodyPr>
          <a:lstStyle/>
          <a:p>
            <a:pPr algn="ctr">
              <a:lnSpc>
                <a:spcPts val="6159"/>
              </a:lnSpc>
            </a:pPr>
            <a:r>
              <a:rPr lang="en-US" sz="3999">
                <a:solidFill>
                  <a:srgbClr val="000000"/>
                </a:solidFill>
                <a:latin typeface="Montserrat Medium"/>
              </a:rPr>
              <a:t>More detailed and complete information.</a:t>
            </a:r>
          </a:p>
        </p:txBody>
      </p:sp>
      <p:grpSp>
        <p:nvGrpSpPr>
          <p:cNvPr id="15" name="Group 15"/>
          <p:cNvGrpSpPr/>
          <p:nvPr/>
        </p:nvGrpSpPr>
        <p:grpSpPr>
          <a:xfrm>
            <a:off x="-770937" y="9026828"/>
            <a:ext cx="19829873" cy="462944"/>
            <a:chOff x="0" y="0"/>
            <a:chExt cx="5222683" cy="121928"/>
          </a:xfrm>
        </p:grpSpPr>
        <p:sp>
          <p:nvSpPr>
            <p:cNvPr id="16" name="Freeform 16"/>
            <p:cNvSpPr/>
            <p:nvPr/>
          </p:nvSpPr>
          <p:spPr>
            <a:xfrm>
              <a:off x="0" y="0"/>
              <a:ext cx="5222683" cy="121928"/>
            </a:xfrm>
            <a:custGeom>
              <a:avLst/>
              <a:gdLst/>
              <a:ahLst/>
              <a:cxnLst/>
              <a:rect l="l" t="t" r="r" b="b"/>
              <a:pathLst>
                <a:path w="5222683" h="121928">
                  <a:moveTo>
                    <a:pt x="0" y="0"/>
                  </a:moveTo>
                  <a:lnTo>
                    <a:pt x="5222683" y="0"/>
                  </a:lnTo>
                  <a:lnTo>
                    <a:pt x="5222683" y="121928"/>
                  </a:lnTo>
                  <a:lnTo>
                    <a:pt x="0" y="121928"/>
                  </a:lnTo>
                  <a:close/>
                </a:path>
              </a:pathLst>
            </a:custGeom>
            <a:solidFill>
              <a:srgbClr val="BBB782"/>
            </a:solidFill>
          </p:spPr>
        </p:sp>
        <p:sp>
          <p:nvSpPr>
            <p:cNvPr id="17" name="TextBox 17"/>
            <p:cNvSpPr txBox="1"/>
            <p:nvPr/>
          </p:nvSpPr>
          <p:spPr>
            <a:xfrm>
              <a:off x="0" y="19050"/>
              <a:ext cx="812800" cy="793750"/>
            </a:xfrm>
            <a:prstGeom prst="rect">
              <a:avLst/>
            </a:prstGeom>
          </p:spPr>
          <p:txBody>
            <a:bodyPr lIns="50800" tIns="50800" rIns="50800" bIns="50800" rtlCol="0" anchor="ctr"/>
            <a:lstStyle/>
            <a:p>
              <a:pPr algn="ctr">
                <a:lnSpc>
                  <a:spcPts val="2266"/>
                </a:lnSpc>
              </a:pPr>
              <a:endParaRPr/>
            </a:p>
          </p:txBody>
        </p:sp>
      </p:grpSp>
      <p:grpSp>
        <p:nvGrpSpPr>
          <p:cNvPr id="18" name="Group 18"/>
          <p:cNvGrpSpPr/>
          <p:nvPr/>
        </p:nvGrpSpPr>
        <p:grpSpPr>
          <a:xfrm>
            <a:off x="15861007" y="8609243"/>
            <a:ext cx="1253536" cy="1253536"/>
            <a:chOff x="0" y="0"/>
            <a:chExt cx="812800" cy="812800"/>
          </a:xfrm>
        </p:grpSpPr>
        <p:sp>
          <p:nvSpPr>
            <p:cNvPr id="19" name="Freeform 1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BBB782"/>
            </a:solidFill>
          </p:spPr>
        </p:sp>
        <p:sp>
          <p:nvSpPr>
            <p:cNvPr id="20" name="TextBox 20"/>
            <p:cNvSpPr txBox="1"/>
            <p:nvPr/>
          </p:nvSpPr>
          <p:spPr>
            <a:xfrm>
              <a:off x="76200" y="95250"/>
              <a:ext cx="660400" cy="641350"/>
            </a:xfrm>
            <a:prstGeom prst="rect">
              <a:avLst/>
            </a:prstGeom>
          </p:spPr>
          <p:txBody>
            <a:bodyPr lIns="50800" tIns="50800" rIns="50800" bIns="50800" rtlCol="0" anchor="ctr"/>
            <a:lstStyle/>
            <a:p>
              <a:pPr algn="ctr">
                <a:lnSpc>
                  <a:spcPts val="2266"/>
                </a:lnSpc>
              </a:pPr>
              <a:endParaRPr/>
            </a:p>
          </p:txBody>
        </p:sp>
      </p:grpSp>
      <p:sp>
        <p:nvSpPr>
          <p:cNvPr id="21" name="Freeform 21"/>
          <p:cNvSpPr/>
          <p:nvPr/>
        </p:nvSpPr>
        <p:spPr>
          <a:xfrm rot="-10800000">
            <a:off x="16200133" y="9006944"/>
            <a:ext cx="575284" cy="458135"/>
          </a:xfrm>
          <a:custGeom>
            <a:avLst/>
            <a:gdLst/>
            <a:ahLst/>
            <a:cxnLst/>
            <a:rect l="l" t="t" r="r" b="b"/>
            <a:pathLst>
              <a:path w="575284" h="458135">
                <a:moveTo>
                  <a:pt x="0" y="0"/>
                </a:moveTo>
                <a:lnTo>
                  <a:pt x="575284" y="0"/>
                </a:lnTo>
                <a:lnTo>
                  <a:pt x="575284" y="458135"/>
                </a:lnTo>
                <a:lnTo>
                  <a:pt x="0" y="4581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35069" y="-15534399"/>
            <a:ext cx="15417862" cy="20557149"/>
          </a:xfrm>
          <a:custGeom>
            <a:avLst/>
            <a:gdLst/>
            <a:ahLst/>
            <a:cxnLst/>
            <a:rect l="l" t="t" r="r" b="b"/>
            <a:pathLst>
              <a:path w="15417862" h="20557149">
                <a:moveTo>
                  <a:pt x="0" y="0"/>
                </a:moveTo>
                <a:lnTo>
                  <a:pt x="15417862" y="0"/>
                </a:lnTo>
                <a:lnTo>
                  <a:pt x="15417862" y="20557150"/>
                </a:lnTo>
                <a:lnTo>
                  <a:pt x="0" y="20557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939221" y="2453107"/>
            <a:ext cx="10667066" cy="7833893"/>
          </a:xfrm>
          <a:custGeom>
            <a:avLst/>
            <a:gdLst/>
            <a:ahLst/>
            <a:cxnLst/>
            <a:rect l="l" t="t" r="r" b="b"/>
            <a:pathLst>
              <a:path w="10667066" h="7833893">
                <a:moveTo>
                  <a:pt x="0" y="0"/>
                </a:moveTo>
                <a:lnTo>
                  <a:pt x="10667065" y="0"/>
                </a:lnTo>
                <a:lnTo>
                  <a:pt x="10667065" y="7833893"/>
                </a:lnTo>
                <a:lnTo>
                  <a:pt x="0" y="7833893"/>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392</Words>
  <Application>Microsoft Office PowerPoint</Application>
  <PresentationFormat>Personalizar</PresentationFormat>
  <Paragraphs>45</Paragraphs>
  <Slides>11</Slides>
  <Notes>0</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11</vt:i4>
      </vt:variant>
    </vt:vector>
  </HeadingPairs>
  <TitlesOfParts>
    <vt:vector size="21" baseType="lpstr">
      <vt:lpstr>Dekko</vt:lpstr>
      <vt:lpstr>Hussar Bold</vt:lpstr>
      <vt:lpstr>Montserrat</vt:lpstr>
      <vt:lpstr>Margin</vt:lpstr>
      <vt:lpstr>Montserrat Bold</vt:lpstr>
      <vt:lpstr>Arimo Bold</vt:lpstr>
      <vt:lpstr>Montserrat Medium</vt:lpstr>
      <vt:lpstr>Calibri</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3 PROJECT</dc:title>
  <cp:lastModifiedBy>Silvana Lucas</cp:lastModifiedBy>
  <cp:revision>3</cp:revision>
  <dcterms:created xsi:type="dcterms:W3CDTF">2006-08-16T00:00:00Z</dcterms:created>
  <dcterms:modified xsi:type="dcterms:W3CDTF">2023-07-14T22:06:34Z</dcterms:modified>
  <dc:identifier>DAFopABtTqE</dc:identifier>
</cp:coreProperties>
</file>