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18288000" cy="10287000"/>
  <p:notesSz cx="6858000" cy="9144000"/>
  <p:embeddedFontLst>
    <p:embeddedFont>
      <p:font typeface="Clear Sans" panose="020B0604020202020204" charset="0"/>
      <p:regular r:id="rId4"/>
    </p:embeddedFont>
    <p:embeddedFont>
      <p:font typeface="Clear Sans Bold" panose="020B0604020202020204" charset="0"/>
      <p:regular r:id="rId5"/>
    </p:embeddedFont>
    <p:embeddedFont>
      <p:font typeface="Lazydog" panose="020B0604020202020204" charset="0"/>
      <p:regular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318" y="-4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8.jpe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6EE"/>
        </a:solidFill>
        <a:effectLst/>
      </p:bgPr>
    </p:bg>
    <p:spTree>
      <p:nvGrpSpPr>
        <p:cNvPr id="1" name=""/>
        <p:cNvGrpSpPr/>
        <p:nvPr/>
      </p:nvGrpSpPr>
      <p:grpSpPr>
        <a:xfrm>
          <a:off x="0" y="0"/>
          <a:ext cx="0" cy="0"/>
          <a:chOff x="0" y="0"/>
          <a:chExt cx="0" cy="0"/>
        </a:xfrm>
      </p:grpSpPr>
      <p:grpSp>
        <p:nvGrpSpPr>
          <p:cNvPr id="2" name="Group 2"/>
          <p:cNvGrpSpPr/>
          <p:nvPr/>
        </p:nvGrpSpPr>
        <p:grpSpPr>
          <a:xfrm>
            <a:off x="-26790" y="-939922"/>
            <a:ext cx="18235086" cy="12116031"/>
            <a:chOff x="0" y="0"/>
            <a:chExt cx="24313448" cy="16154708"/>
          </a:xfrm>
        </p:grpSpPr>
        <p:sp>
          <p:nvSpPr>
            <p:cNvPr id="3" name="Freeform 3"/>
            <p:cNvSpPr/>
            <p:nvPr/>
          </p:nvSpPr>
          <p:spPr>
            <a:xfrm rot="699391">
              <a:off x="969316" y="2137857"/>
              <a:ext cx="22374816" cy="11878993"/>
            </a:xfrm>
            <a:custGeom>
              <a:avLst/>
              <a:gdLst/>
              <a:ahLst/>
              <a:cxnLst/>
              <a:rect l="l" t="t" r="r" b="b"/>
              <a:pathLst>
                <a:path w="22374816" h="11878993">
                  <a:moveTo>
                    <a:pt x="0" y="0"/>
                  </a:moveTo>
                  <a:lnTo>
                    <a:pt x="22374816" y="0"/>
                  </a:lnTo>
                  <a:lnTo>
                    <a:pt x="22374816" y="11878993"/>
                  </a:lnTo>
                  <a:lnTo>
                    <a:pt x="0" y="118789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pt-BR"/>
            </a:p>
          </p:txBody>
        </p:sp>
        <p:grpSp>
          <p:nvGrpSpPr>
            <p:cNvPr id="4" name="Group 4"/>
            <p:cNvGrpSpPr/>
            <p:nvPr/>
          </p:nvGrpSpPr>
          <p:grpSpPr>
            <a:xfrm rot="-643763">
              <a:off x="11892630" y="5891162"/>
              <a:ext cx="9518668" cy="6287133"/>
              <a:chOff x="0" y="0"/>
              <a:chExt cx="1004478" cy="663463"/>
            </a:xfrm>
          </p:grpSpPr>
          <p:sp>
            <p:nvSpPr>
              <p:cNvPr id="5" name="Freeform 5"/>
              <p:cNvSpPr/>
              <p:nvPr/>
            </p:nvSpPr>
            <p:spPr>
              <a:xfrm>
                <a:off x="0" y="0"/>
                <a:ext cx="1004478" cy="663463"/>
              </a:xfrm>
              <a:custGeom>
                <a:avLst/>
                <a:gdLst/>
                <a:ahLst/>
                <a:cxnLst/>
                <a:rect l="l" t="t" r="r" b="b"/>
                <a:pathLst>
                  <a:path w="1004478" h="663463">
                    <a:moveTo>
                      <a:pt x="59645" y="0"/>
                    </a:moveTo>
                    <a:lnTo>
                      <a:pt x="944833" y="0"/>
                    </a:lnTo>
                    <a:cubicBezTo>
                      <a:pt x="960651" y="0"/>
                      <a:pt x="975822" y="6284"/>
                      <a:pt x="987008" y="17470"/>
                    </a:cubicBezTo>
                    <a:cubicBezTo>
                      <a:pt x="998194" y="28655"/>
                      <a:pt x="1004478" y="43826"/>
                      <a:pt x="1004478" y="59645"/>
                    </a:cubicBezTo>
                    <a:lnTo>
                      <a:pt x="1004478" y="603818"/>
                    </a:lnTo>
                    <a:cubicBezTo>
                      <a:pt x="1004478" y="619637"/>
                      <a:pt x="998194" y="634808"/>
                      <a:pt x="987008" y="645993"/>
                    </a:cubicBezTo>
                    <a:cubicBezTo>
                      <a:pt x="975822" y="657179"/>
                      <a:pt x="960651" y="663463"/>
                      <a:pt x="944833" y="663463"/>
                    </a:cubicBezTo>
                    <a:lnTo>
                      <a:pt x="59645" y="663463"/>
                    </a:lnTo>
                    <a:cubicBezTo>
                      <a:pt x="43826" y="663463"/>
                      <a:pt x="28655" y="657179"/>
                      <a:pt x="17470" y="645993"/>
                    </a:cubicBezTo>
                    <a:cubicBezTo>
                      <a:pt x="6284" y="634808"/>
                      <a:pt x="0" y="619637"/>
                      <a:pt x="0" y="603818"/>
                    </a:cubicBezTo>
                    <a:lnTo>
                      <a:pt x="0" y="59645"/>
                    </a:lnTo>
                    <a:cubicBezTo>
                      <a:pt x="0" y="43826"/>
                      <a:pt x="6284" y="28655"/>
                      <a:pt x="17470" y="17470"/>
                    </a:cubicBezTo>
                    <a:cubicBezTo>
                      <a:pt x="28655" y="6284"/>
                      <a:pt x="43826" y="0"/>
                      <a:pt x="59645" y="0"/>
                    </a:cubicBezTo>
                    <a:close/>
                  </a:path>
                </a:pathLst>
              </a:custGeom>
              <a:solidFill>
                <a:srgbClr val="FFF6EE"/>
              </a:solidFill>
            </p:spPr>
            <p:txBody>
              <a:bodyPr/>
              <a:lstStyle/>
              <a:p>
                <a:endParaRPr lang="pt-BR"/>
              </a:p>
            </p:txBody>
          </p:sp>
          <p:sp>
            <p:nvSpPr>
              <p:cNvPr id="6" name="TextBox 6"/>
              <p:cNvSpPr txBox="1"/>
              <p:nvPr/>
            </p:nvSpPr>
            <p:spPr>
              <a:xfrm>
                <a:off x="0" y="-47625"/>
                <a:ext cx="812800" cy="860425"/>
              </a:xfrm>
              <a:prstGeom prst="rect">
                <a:avLst/>
              </a:prstGeom>
            </p:spPr>
            <p:txBody>
              <a:bodyPr lIns="50800" tIns="50800" rIns="50800" bIns="50800" rtlCol="0" anchor="ctr"/>
              <a:lstStyle/>
              <a:p>
                <a:pPr algn="ctr">
                  <a:lnSpc>
                    <a:spcPts val="3497"/>
                  </a:lnSpc>
                </a:pPr>
                <a:endParaRPr/>
              </a:p>
            </p:txBody>
          </p:sp>
        </p:grpSp>
      </p:grpSp>
      <p:sp>
        <p:nvSpPr>
          <p:cNvPr id="7" name="Freeform 7"/>
          <p:cNvSpPr/>
          <p:nvPr/>
        </p:nvSpPr>
        <p:spPr>
          <a:xfrm rot="1162792">
            <a:off x="-2938996" y="7478832"/>
            <a:ext cx="7935392" cy="7935392"/>
          </a:xfrm>
          <a:custGeom>
            <a:avLst/>
            <a:gdLst/>
            <a:ahLst/>
            <a:cxnLst/>
            <a:rect l="l" t="t" r="r" b="b"/>
            <a:pathLst>
              <a:path w="7935392" h="7935392">
                <a:moveTo>
                  <a:pt x="0" y="0"/>
                </a:moveTo>
                <a:lnTo>
                  <a:pt x="7935392" y="0"/>
                </a:lnTo>
                <a:lnTo>
                  <a:pt x="7935392" y="7935392"/>
                </a:lnTo>
                <a:lnTo>
                  <a:pt x="0" y="7935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pt-BR"/>
          </a:p>
        </p:txBody>
      </p:sp>
      <p:sp>
        <p:nvSpPr>
          <p:cNvPr id="8" name="Freeform 8"/>
          <p:cNvSpPr/>
          <p:nvPr/>
        </p:nvSpPr>
        <p:spPr>
          <a:xfrm rot="-7790088">
            <a:off x="11442803" y="-599120"/>
            <a:ext cx="7419637" cy="5719866"/>
          </a:xfrm>
          <a:custGeom>
            <a:avLst/>
            <a:gdLst/>
            <a:ahLst/>
            <a:cxnLst/>
            <a:rect l="l" t="t" r="r" b="b"/>
            <a:pathLst>
              <a:path w="7419637" h="5719866">
                <a:moveTo>
                  <a:pt x="0" y="0"/>
                </a:moveTo>
                <a:lnTo>
                  <a:pt x="7419637" y="0"/>
                </a:lnTo>
                <a:lnTo>
                  <a:pt x="7419637" y="5719866"/>
                </a:lnTo>
                <a:lnTo>
                  <a:pt x="0" y="57198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pt-BR"/>
          </a:p>
        </p:txBody>
      </p:sp>
      <p:sp>
        <p:nvSpPr>
          <p:cNvPr id="9" name="TextBox 9"/>
          <p:cNvSpPr txBox="1"/>
          <p:nvPr/>
        </p:nvSpPr>
        <p:spPr>
          <a:xfrm rot="-624567">
            <a:off x="9220892" y="5088640"/>
            <a:ext cx="6198688" cy="1303697"/>
          </a:xfrm>
          <a:prstGeom prst="rect">
            <a:avLst/>
          </a:prstGeom>
        </p:spPr>
        <p:txBody>
          <a:bodyPr lIns="0" tIns="0" rIns="0" bIns="0" rtlCol="0" anchor="t">
            <a:spAutoFit/>
          </a:bodyPr>
          <a:lstStyle/>
          <a:p>
            <a:pPr algn="ctr">
              <a:lnSpc>
                <a:spcPts val="5037"/>
              </a:lnSpc>
            </a:pPr>
            <a:r>
              <a:rPr lang="en-US" sz="4752">
                <a:solidFill>
                  <a:srgbClr val="112838"/>
                </a:solidFill>
                <a:latin typeface="Lazydog"/>
              </a:rPr>
              <a:t>LET'S EXPLORE THE WORLD!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70006">
            <a:off x="13431670" y="-1656586"/>
            <a:ext cx="9712659" cy="9712659"/>
          </a:xfrm>
          <a:custGeom>
            <a:avLst/>
            <a:gdLst/>
            <a:ahLst/>
            <a:cxnLst/>
            <a:rect l="l" t="t" r="r" b="b"/>
            <a:pathLst>
              <a:path w="9712659" h="9712659">
                <a:moveTo>
                  <a:pt x="0" y="0"/>
                </a:moveTo>
                <a:lnTo>
                  <a:pt x="9712660" y="0"/>
                </a:lnTo>
                <a:lnTo>
                  <a:pt x="9712660" y="9712659"/>
                </a:lnTo>
                <a:lnTo>
                  <a:pt x="0" y="97126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pt-BR"/>
          </a:p>
        </p:txBody>
      </p:sp>
      <p:grpSp>
        <p:nvGrpSpPr>
          <p:cNvPr id="3" name="Group 3"/>
          <p:cNvGrpSpPr>
            <a:grpSpLocks noChangeAspect="1"/>
          </p:cNvGrpSpPr>
          <p:nvPr/>
        </p:nvGrpSpPr>
        <p:grpSpPr>
          <a:xfrm rot="-359558">
            <a:off x="12767106" y="2088695"/>
            <a:ext cx="5216223" cy="6109610"/>
            <a:chOff x="0" y="0"/>
            <a:chExt cx="4597400" cy="5384800"/>
          </a:xfrm>
        </p:grpSpPr>
        <p:sp>
          <p:nvSpPr>
            <p:cNvPr id="4" name="Freeform 4"/>
            <p:cNvSpPr/>
            <p:nvPr/>
          </p:nvSpPr>
          <p:spPr>
            <a:xfrm>
              <a:off x="350520" y="69850"/>
              <a:ext cx="4161790" cy="4737100"/>
            </a:xfrm>
            <a:custGeom>
              <a:avLst/>
              <a:gdLst/>
              <a:ahLst/>
              <a:cxnLst/>
              <a:rect l="l" t="t" r="r" b="b"/>
              <a:pathLst>
                <a:path w="4161790" h="4737100">
                  <a:moveTo>
                    <a:pt x="4149090" y="327660"/>
                  </a:moveTo>
                  <a:lnTo>
                    <a:pt x="398780" y="1270"/>
                  </a:lnTo>
                  <a:cubicBezTo>
                    <a:pt x="391160" y="0"/>
                    <a:pt x="384810" y="6350"/>
                    <a:pt x="383540" y="13970"/>
                  </a:cubicBezTo>
                  <a:lnTo>
                    <a:pt x="1270" y="4395470"/>
                  </a:lnTo>
                  <a:cubicBezTo>
                    <a:pt x="0" y="4403090"/>
                    <a:pt x="6350" y="4409440"/>
                    <a:pt x="13970" y="4409440"/>
                  </a:cubicBezTo>
                  <a:lnTo>
                    <a:pt x="3764280" y="4735830"/>
                  </a:lnTo>
                  <a:cubicBezTo>
                    <a:pt x="3771900" y="4737100"/>
                    <a:pt x="3778250" y="4730750"/>
                    <a:pt x="3779520" y="4723130"/>
                  </a:cubicBezTo>
                  <a:lnTo>
                    <a:pt x="4161790" y="341630"/>
                  </a:lnTo>
                  <a:cubicBezTo>
                    <a:pt x="4161790" y="335280"/>
                    <a:pt x="4156710" y="328930"/>
                    <a:pt x="4149090" y="327660"/>
                  </a:cubicBezTo>
                  <a:close/>
                  <a:moveTo>
                    <a:pt x="3934460" y="529590"/>
                  </a:moveTo>
                  <a:lnTo>
                    <a:pt x="3652520" y="3763010"/>
                  </a:lnTo>
                  <a:cubicBezTo>
                    <a:pt x="3651250" y="3770630"/>
                    <a:pt x="3644900" y="3775710"/>
                    <a:pt x="3638550" y="3775710"/>
                  </a:cubicBezTo>
                  <a:lnTo>
                    <a:pt x="269240" y="3482340"/>
                  </a:lnTo>
                  <a:cubicBezTo>
                    <a:pt x="261620" y="3481070"/>
                    <a:pt x="256540" y="3474720"/>
                    <a:pt x="256540" y="3468370"/>
                  </a:cubicBezTo>
                  <a:lnTo>
                    <a:pt x="538480" y="233680"/>
                  </a:lnTo>
                  <a:cubicBezTo>
                    <a:pt x="539750" y="226060"/>
                    <a:pt x="546100" y="220980"/>
                    <a:pt x="553720" y="220980"/>
                  </a:cubicBezTo>
                  <a:lnTo>
                    <a:pt x="3921760" y="514350"/>
                  </a:lnTo>
                  <a:cubicBezTo>
                    <a:pt x="3929380" y="515620"/>
                    <a:pt x="3934460" y="521970"/>
                    <a:pt x="3934460" y="529590"/>
                  </a:cubicBezTo>
                  <a:close/>
                </a:path>
              </a:pathLst>
            </a:custGeom>
            <a:solidFill>
              <a:srgbClr val="E2CEFB"/>
            </a:solidFill>
          </p:spPr>
          <p:txBody>
            <a:bodyPr/>
            <a:lstStyle/>
            <a:p>
              <a:endParaRPr lang="pt-BR"/>
            </a:p>
          </p:txBody>
        </p:sp>
        <p:sp>
          <p:nvSpPr>
            <p:cNvPr id="5" name="Freeform 5"/>
            <p:cNvSpPr/>
            <p:nvPr/>
          </p:nvSpPr>
          <p:spPr>
            <a:xfrm>
              <a:off x="605790" y="289560"/>
              <a:ext cx="3679190" cy="3557270"/>
            </a:xfrm>
            <a:custGeom>
              <a:avLst/>
              <a:gdLst/>
              <a:ahLst/>
              <a:cxnLst/>
              <a:rect l="l" t="t" r="r" b="b"/>
              <a:pathLst>
                <a:path w="3679190" h="3557270">
                  <a:moveTo>
                    <a:pt x="3666490" y="294640"/>
                  </a:moveTo>
                  <a:lnTo>
                    <a:pt x="297180" y="1270"/>
                  </a:lnTo>
                  <a:cubicBezTo>
                    <a:pt x="289560" y="0"/>
                    <a:pt x="283210" y="6350"/>
                    <a:pt x="281940" y="13970"/>
                  </a:cubicBezTo>
                  <a:lnTo>
                    <a:pt x="1270" y="3247390"/>
                  </a:lnTo>
                  <a:cubicBezTo>
                    <a:pt x="0" y="3255010"/>
                    <a:pt x="6350" y="3261360"/>
                    <a:pt x="13970" y="3262630"/>
                  </a:cubicBezTo>
                  <a:lnTo>
                    <a:pt x="3382010" y="3556000"/>
                  </a:lnTo>
                  <a:cubicBezTo>
                    <a:pt x="3389630" y="3557270"/>
                    <a:pt x="3395980" y="3550920"/>
                    <a:pt x="3397250" y="3543300"/>
                  </a:cubicBezTo>
                  <a:lnTo>
                    <a:pt x="3679190" y="309880"/>
                  </a:lnTo>
                  <a:cubicBezTo>
                    <a:pt x="3679190" y="302260"/>
                    <a:pt x="3674110" y="295910"/>
                    <a:pt x="3666490" y="294640"/>
                  </a:cubicBezTo>
                  <a:close/>
                </a:path>
              </a:pathLst>
            </a:custGeom>
            <a:blipFill>
              <a:blip r:embed="rId4"/>
              <a:stretch>
                <a:fillRect l="-22265" r="-22265"/>
              </a:stretch>
            </a:blipFill>
          </p:spPr>
          <p:txBody>
            <a:bodyPr/>
            <a:lstStyle/>
            <a:p>
              <a:endParaRPr lang="pt-BR"/>
            </a:p>
          </p:txBody>
        </p:sp>
        <p:sp>
          <p:nvSpPr>
            <p:cNvPr id="6" name="Freeform 6"/>
            <p:cNvSpPr/>
            <p:nvPr/>
          </p:nvSpPr>
          <p:spPr>
            <a:xfrm>
              <a:off x="877570" y="289560"/>
              <a:ext cx="3407410" cy="3554730"/>
            </a:xfrm>
            <a:custGeom>
              <a:avLst/>
              <a:gdLst/>
              <a:ahLst/>
              <a:cxnLst/>
              <a:rect l="l" t="t" r="r" b="b"/>
              <a:pathLst>
                <a:path w="3407410" h="3554730">
                  <a:moveTo>
                    <a:pt x="3407410" y="304800"/>
                  </a:moveTo>
                  <a:cubicBezTo>
                    <a:pt x="3407410" y="304800"/>
                    <a:pt x="3406140" y="297180"/>
                    <a:pt x="3395980" y="294640"/>
                  </a:cubicBezTo>
                  <a:lnTo>
                    <a:pt x="3394710" y="294640"/>
                  </a:lnTo>
                  <a:lnTo>
                    <a:pt x="3383280" y="293370"/>
                  </a:lnTo>
                  <a:lnTo>
                    <a:pt x="15240" y="0"/>
                  </a:lnTo>
                  <a:cubicBezTo>
                    <a:pt x="8890" y="0"/>
                    <a:pt x="1270" y="1270"/>
                    <a:pt x="0" y="8890"/>
                  </a:cubicBezTo>
                  <a:lnTo>
                    <a:pt x="1270" y="15240"/>
                  </a:lnTo>
                  <a:cubicBezTo>
                    <a:pt x="3810" y="12700"/>
                    <a:pt x="8890" y="10160"/>
                    <a:pt x="13970" y="10160"/>
                  </a:cubicBezTo>
                  <a:lnTo>
                    <a:pt x="3393440" y="304800"/>
                  </a:lnTo>
                  <a:lnTo>
                    <a:pt x="3398520" y="304800"/>
                  </a:lnTo>
                  <a:lnTo>
                    <a:pt x="3116580" y="3543300"/>
                  </a:lnTo>
                  <a:cubicBezTo>
                    <a:pt x="3116580" y="3548380"/>
                    <a:pt x="3114040" y="3552190"/>
                    <a:pt x="3110230" y="3554730"/>
                  </a:cubicBezTo>
                  <a:lnTo>
                    <a:pt x="3114040" y="3554730"/>
                  </a:lnTo>
                  <a:cubicBezTo>
                    <a:pt x="3120390" y="3554730"/>
                    <a:pt x="3126740" y="3550920"/>
                    <a:pt x="3126740" y="3544570"/>
                  </a:cubicBezTo>
                  <a:lnTo>
                    <a:pt x="3407410" y="304800"/>
                  </a:lnTo>
                  <a:close/>
                </a:path>
              </a:pathLst>
            </a:custGeom>
            <a:solidFill>
              <a:srgbClr val="74A8CB"/>
            </a:solidFill>
          </p:spPr>
          <p:txBody>
            <a:bodyPr/>
            <a:lstStyle/>
            <a:p>
              <a:endParaRPr lang="pt-BR"/>
            </a:p>
          </p:txBody>
        </p:sp>
        <p:sp>
          <p:nvSpPr>
            <p:cNvPr id="7" name="Freeform 7"/>
            <p:cNvSpPr/>
            <p:nvPr/>
          </p:nvSpPr>
          <p:spPr>
            <a:xfrm>
              <a:off x="353060" y="4452620"/>
              <a:ext cx="3789680" cy="356870"/>
            </a:xfrm>
            <a:custGeom>
              <a:avLst/>
              <a:gdLst/>
              <a:ahLst/>
              <a:cxnLst/>
              <a:rect l="l" t="t" r="r" b="b"/>
              <a:pathLst>
                <a:path w="3789680" h="356870">
                  <a:moveTo>
                    <a:pt x="15240" y="15240"/>
                  </a:moveTo>
                  <a:cubicBezTo>
                    <a:pt x="7620" y="13970"/>
                    <a:pt x="2540" y="7620"/>
                    <a:pt x="2540" y="0"/>
                  </a:cubicBezTo>
                  <a:lnTo>
                    <a:pt x="1270" y="13970"/>
                  </a:lnTo>
                  <a:cubicBezTo>
                    <a:pt x="0" y="21590"/>
                    <a:pt x="6350" y="27940"/>
                    <a:pt x="13970" y="29210"/>
                  </a:cubicBezTo>
                  <a:lnTo>
                    <a:pt x="3780790" y="356870"/>
                  </a:lnTo>
                  <a:cubicBezTo>
                    <a:pt x="3784600" y="356870"/>
                    <a:pt x="3787140" y="355600"/>
                    <a:pt x="3789680" y="354330"/>
                  </a:cubicBezTo>
                  <a:lnTo>
                    <a:pt x="3775710" y="342900"/>
                  </a:lnTo>
                  <a:lnTo>
                    <a:pt x="15240" y="15240"/>
                  </a:lnTo>
                  <a:close/>
                </a:path>
              </a:pathLst>
            </a:custGeom>
            <a:solidFill>
              <a:srgbClr val="74A8CB"/>
            </a:solidFill>
          </p:spPr>
          <p:txBody>
            <a:bodyPr/>
            <a:lstStyle/>
            <a:p>
              <a:endParaRPr lang="pt-BR"/>
            </a:p>
          </p:txBody>
        </p:sp>
        <p:sp>
          <p:nvSpPr>
            <p:cNvPr id="8" name="Freeform 8"/>
            <p:cNvSpPr/>
            <p:nvPr/>
          </p:nvSpPr>
          <p:spPr>
            <a:xfrm>
              <a:off x="353060" y="74930"/>
              <a:ext cx="396240" cy="4408170"/>
            </a:xfrm>
            <a:custGeom>
              <a:avLst/>
              <a:gdLst/>
              <a:ahLst/>
              <a:cxnLst/>
              <a:rect l="l" t="t" r="r" b="b"/>
              <a:pathLst>
                <a:path w="396240" h="4408170">
                  <a:moveTo>
                    <a:pt x="13970" y="4392930"/>
                  </a:moveTo>
                  <a:lnTo>
                    <a:pt x="396240" y="8890"/>
                  </a:lnTo>
                  <a:lnTo>
                    <a:pt x="387350" y="0"/>
                  </a:lnTo>
                  <a:cubicBezTo>
                    <a:pt x="384810" y="1270"/>
                    <a:pt x="383540" y="5080"/>
                    <a:pt x="382270" y="8890"/>
                  </a:cubicBezTo>
                  <a:lnTo>
                    <a:pt x="1270" y="4391660"/>
                  </a:lnTo>
                  <a:cubicBezTo>
                    <a:pt x="0" y="4399280"/>
                    <a:pt x="6350" y="4405630"/>
                    <a:pt x="13970" y="4406900"/>
                  </a:cubicBezTo>
                  <a:lnTo>
                    <a:pt x="27940" y="4408170"/>
                  </a:lnTo>
                  <a:cubicBezTo>
                    <a:pt x="19050" y="4406900"/>
                    <a:pt x="13970" y="4400550"/>
                    <a:pt x="13970" y="4392930"/>
                  </a:cubicBezTo>
                  <a:close/>
                </a:path>
              </a:pathLst>
            </a:custGeom>
            <a:solidFill>
              <a:srgbClr val="74A8CB"/>
            </a:solidFill>
          </p:spPr>
          <p:txBody>
            <a:bodyPr/>
            <a:lstStyle/>
            <a:p>
              <a:endParaRPr lang="pt-BR"/>
            </a:p>
          </p:txBody>
        </p:sp>
        <p:sp>
          <p:nvSpPr>
            <p:cNvPr id="9" name="Freeform 9"/>
            <p:cNvSpPr/>
            <p:nvPr/>
          </p:nvSpPr>
          <p:spPr>
            <a:xfrm>
              <a:off x="591820" y="292100"/>
              <a:ext cx="297180" cy="3260090"/>
            </a:xfrm>
            <a:custGeom>
              <a:avLst/>
              <a:gdLst/>
              <a:ahLst/>
              <a:cxnLst/>
              <a:rect l="l" t="t" r="r" b="b"/>
              <a:pathLst>
                <a:path w="297180" h="3260090">
                  <a:moveTo>
                    <a:pt x="15240" y="3244850"/>
                  </a:moveTo>
                  <a:lnTo>
                    <a:pt x="297180" y="11430"/>
                  </a:lnTo>
                  <a:lnTo>
                    <a:pt x="297180" y="8890"/>
                  </a:lnTo>
                  <a:lnTo>
                    <a:pt x="288290" y="0"/>
                  </a:lnTo>
                  <a:cubicBezTo>
                    <a:pt x="285750" y="2540"/>
                    <a:pt x="283210" y="5080"/>
                    <a:pt x="283210" y="10160"/>
                  </a:cubicBezTo>
                  <a:lnTo>
                    <a:pt x="1270" y="3243580"/>
                  </a:lnTo>
                  <a:cubicBezTo>
                    <a:pt x="0" y="3251200"/>
                    <a:pt x="6350" y="3257550"/>
                    <a:pt x="13970" y="3258820"/>
                  </a:cubicBezTo>
                  <a:lnTo>
                    <a:pt x="27940" y="3260090"/>
                  </a:lnTo>
                  <a:cubicBezTo>
                    <a:pt x="20320" y="3258820"/>
                    <a:pt x="13970" y="3252470"/>
                    <a:pt x="15240" y="3244850"/>
                  </a:cubicBezTo>
                  <a:close/>
                </a:path>
              </a:pathLst>
            </a:custGeom>
            <a:solidFill>
              <a:srgbClr val="FFFFFF"/>
            </a:solidFill>
          </p:spPr>
          <p:txBody>
            <a:bodyPr/>
            <a:lstStyle/>
            <a:p>
              <a:endParaRPr lang="pt-BR"/>
            </a:p>
          </p:txBody>
        </p:sp>
        <p:sp>
          <p:nvSpPr>
            <p:cNvPr id="10" name="Freeform 10"/>
            <p:cNvSpPr/>
            <p:nvPr/>
          </p:nvSpPr>
          <p:spPr>
            <a:xfrm>
              <a:off x="0" y="0"/>
              <a:ext cx="0" cy="0"/>
            </a:xfrm>
            <a:custGeom>
              <a:avLst/>
              <a:gdLst/>
              <a:ahLst/>
              <a:cxnLst/>
              <a:rect l="l" t="t" r="r" b="b"/>
              <a:pathLst>
                <a:path/>
              </a:pathLst>
            </a:custGeom>
            <a:solidFill>
              <a:srgbClr val="FFFFFF"/>
            </a:solidFill>
          </p:spPr>
          <p:txBody>
            <a:bodyPr/>
            <a:lstStyle/>
            <a:p>
              <a:endParaRPr lang="pt-BR"/>
            </a:p>
          </p:txBody>
        </p:sp>
        <p:sp>
          <p:nvSpPr>
            <p:cNvPr id="11" name="Freeform 11"/>
            <p:cNvSpPr/>
            <p:nvPr/>
          </p:nvSpPr>
          <p:spPr>
            <a:xfrm>
              <a:off x="593090" y="3526790"/>
              <a:ext cx="3404870" cy="322580"/>
            </a:xfrm>
            <a:custGeom>
              <a:avLst/>
              <a:gdLst/>
              <a:ahLst/>
              <a:cxnLst/>
              <a:rect l="l" t="t" r="r" b="b"/>
              <a:pathLst>
                <a:path w="3404870" h="322580">
                  <a:moveTo>
                    <a:pt x="3399790" y="308610"/>
                  </a:moveTo>
                  <a:lnTo>
                    <a:pt x="3395980" y="308610"/>
                  </a:lnTo>
                  <a:lnTo>
                    <a:pt x="15240" y="13970"/>
                  </a:lnTo>
                  <a:cubicBezTo>
                    <a:pt x="7620" y="12700"/>
                    <a:pt x="2540" y="6350"/>
                    <a:pt x="2540" y="0"/>
                  </a:cubicBezTo>
                  <a:lnTo>
                    <a:pt x="1270" y="13970"/>
                  </a:lnTo>
                  <a:cubicBezTo>
                    <a:pt x="0" y="21590"/>
                    <a:pt x="6350" y="27940"/>
                    <a:pt x="13970" y="29210"/>
                  </a:cubicBezTo>
                  <a:lnTo>
                    <a:pt x="3394710" y="322580"/>
                  </a:lnTo>
                  <a:cubicBezTo>
                    <a:pt x="3398520" y="322580"/>
                    <a:pt x="3402330" y="321310"/>
                    <a:pt x="3404870" y="318770"/>
                  </a:cubicBezTo>
                  <a:lnTo>
                    <a:pt x="3399790" y="308610"/>
                  </a:lnTo>
                  <a:close/>
                </a:path>
              </a:pathLst>
            </a:custGeom>
            <a:solidFill>
              <a:srgbClr val="FFFFFF"/>
            </a:solidFill>
          </p:spPr>
          <p:txBody>
            <a:bodyPr/>
            <a:lstStyle/>
            <a:p>
              <a:endParaRPr lang="pt-BR"/>
            </a:p>
          </p:txBody>
        </p:sp>
        <p:sp>
          <p:nvSpPr>
            <p:cNvPr id="12" name="Freeform 12"/>
            <p:cNvSpPr/>
            <p:nvPr/>
          </p:nvSpPr>
          <p:spPr>
            <a:xfrm>
              <a:off x="749300" y="80010"/>
              <a:ext cx="1270" cy="3810"/>
            </a:xfrm>
            <a:custGeom>
              <a:avLst/>
              <a:gdLst/>
              <a:ahLst/>
              <a:cxnLst/>
              <a:rect l="l" t="t" r="r" b="b"/>
              <a:pathLst>
                <a:path w="1270" h="3810">
                  <a:moveTo>
                    <a:pt x="0" y="3810"/>
                  </a:moveTo>
                  <a:lnTo>
                    <a:pt x="1270" y="0"/>
                  </a:lnTo>
                  <a:cubicBezTo>
                    <a:pt x="0" y="1270"/>
                    <a:pt x="0" y="2540"/>
                    <a:pt x="0" y="3810"/>
                  </a:cubicBezTo>
                  <a:close/>
                </a:path>
              </a:pathLst>
            </a:custGeom>
            <a:solidFill>
              <a:srgbClr val="FFFFFF"/>
            </a:solidFill>
          </p:spPr>
          <p:txBody>
            <a:bodyPr/>
            <a:lstStyle/>
            <a:p>
              <a:endParaRPr lang="pt-BR"/>
            </a:p>
          </p:txBody>
        </p:sp>
        <p:sp>
          <p:nvSpPr>
            <p:cNvPr id="13" name="Freeform 13"/>
            <p:cNvSpPr/>
            <p:nvPr/>
          </p:nvSpPr>
          <p:spPr>
            <a:xfrm>
              <a:off x="741680" y="71120"/>
              <a:ext cx="3789680" cy="355600"/>
            </a:xfrm>
            <a:custGeom>
              <a:avLst/>
              <a:gdLst/>
              <a:ahLst/>
              <a:cxnLst/>
              <a:rect l="l" t="t" r="r" b="b"/>
              <a:pathLst>
                <a:path w="3789680" h="355600">
                  <a:moveTo>
                    <a:pt x="3776980" y="327660"/>
                  </a:moveTo>
                  <a:lnTo>
                    <a:pt x="22860" y="1270"/>
                  </a:lnTo>
                  <a:lnTo>
                    <a:pt x="10160" y="0"/>
                  </a:lnTo>
                  <a:cubicBezTo>
                    <a:pt x="6350" y="0"/>
                    <a:pt x="2540" y="1270"/>
                    <a:pt x="0" y="3810"/>
                  </a:cubicBezTo>
                  <a:lnTo>
                    <a:pt x="7620" y="12700"/>
                  </a:lnTo>
                  <a:lnTo>
                    <a:pt x="8890" y="12700"/>
                  </a:lnTo>
                  <a:lnTo>
                    <a:pt x="3775710" y="340360"/>
                  </a:lnTo>
                  <a:cubicBezTo>
                    <a:pt x="3783330" y="341630"/>
                    <a:pt x="3788410" y="347980"/>
                    <a:pt x="3788410" y="355600"/>
                  </a:cubicBezTo>
                  <a:lnTo>
                    <a:pt x="3789680" y="341630"/>
                  </a:lnTo>
                  <a:cubicBezTo>
                    <a:pt x="3789680" y="335280"/>
                    <a:pt x="3784600" y="328930"/>
                    <a:pt x="3776980" y="327660"/>
                  </a:cubicBezTo>
                  <a:close/>
                </a:path>
              </a:pathLst>
            </a:custGeom>
            <a:solidFill>
              <a:srgbClr val="FFFFFF"/>
            </a:solidFill>
          </p:spPr>
          <p:txBody>
            <a:bodyPr/>
            <a:lstStyle/>
            <a:p>
              <a:endParaRPr lang="pt-BR"/>
            </a:p>
          </p:txBody>
        </p:sp>
        <p:sp>
          <p:nvSpPr>
            <p:cNvPr id="14" name="Freeform 14"/>
            <p:cNvSpPr/>
            <p:nvPr/>
          </p:nvSpPr>
          <p:spPr>
            <a:xfrm>
              <a:off x="4130040" y="408940"/>
              <a:ext cx="400050" cy="4396740"/>
            </a:xfrm>
            <a:custGeom>
              <a:avLst/>
              <a:gdLst/>
              <a:ahLst/>
              <a:cxnLst/>
              <a:rect l="l" t="t" r="r" b="b"/>
              <a:pathLst>
                <a:path w="400050" h="4396740">
                  <a:moveTo>
                    <a:pt x="19050" y="4387850"/>
                  </a:moveTo>
                  <a:lnTo>
                    <a:pt x="400050" y="13970"/>
                  </a:lnTo>
                  <a:cubicBezTo>
                    <a:pt x="400050" y="13970"/>
                    <a:pt x="392430" y="5080"/>
                    <a:pt x="389890" y="2540"/>
                  </a:cubicBezTo>
                  <a:cubicBezTo>
                    <a:pt x="389890" y="2540"/>
                    <a:pt x="387350" y="0"/>
                    <a:pt x="382270" y="0"/>
                  </a:cubicBezTo>
                  <a:lnTo>
                    <a:pt x="0" y="4385310"/>
                  </a:lnTo>
                  <a:lnTo>
                    <a:pt x="13970" y="4396740"/>
                  </a:lnTo>
                  <a:cubicBezTo>
                    <a:pt x="16510" y="4395470"/>
                    <a:pt x="19050" y="4391660"/>
                    <a:pt x="19050" y="4387850"/>
                  </a:cubicBezTo>
                  <a:close/>
                </a:path>
              </a:pathLst>
            </a:custGeom>
            <a:solidFill>
              <a:srgbClr val="FFFFFF"/>
            </a:solidFill>
          </p:spPr>
          <p:txBody>
            <a:bodyPr/>
            <a:lstStyle/>
            <a:p>
              <a:endParaRPr lang="pt-BR"/>
            </a:p>
          </p:txBody>
        </p:sp>
        <p:sp>
          <p:nvSpPr>
            <p:cNvPr id="15" name="Freeform 15"/>
            <p:cNvSpPr/>
            <p:nvPr/>
          </p:nvSpPr>
          <p:spPr>
            <a:xfrm>
              <a:off x="78740" y="900430"/>
              <a:ext cx="3792220" cy="4425950"/>
            </a:xfrm>
            <a:custGeom>
              <a:avLst/>
              <a:gdLst/>
              <a:ahLst/>
              <a:cxnLst/>
              <a:rect l="l" t="t" r="r" b="b"/>
              <a:pathLst>
                <a:path w="3792220" h="4425950">
                  <a:moveTo>
                    <a:pt x="3778250" y="0"/>
                  </a:moveTo>
                  <a:lnTo>
                    <a:pt x="13970" y="0"/>
                  </a:lnTo>
                  <a:cubicBezTo>
                    <a:pt x="6350" y="0"/>
                    <a:pt x="0" y="6350"/>
                    <a:pt x="0" y="13970"/>
                  </a:cubicBezTo>
                  <a:lnTo>
                    <a:pt x="0" y="4411980"/>
                  </a:lnTo>
                  <a:cubicBezTo>
                    <a:pt x="0" y="4419600"/>
                    <a:pt x="6350" y="4425950"/>
                    <a:pt x="13970" y="4425950"/>
                  </a:cubicBezTo>
                  <a:lnTo>
                    <a:pt x="3778250" y="4425950"/>
                  </a:lnTo>
                  <a:cubicBezTo>
                    <a:pt x="3785870" y="4425950"/>
                    <a:pt x="3792220" y="4419600"/>
                    <a:pt x="3792220" y="4411980"/>
                  </a:cubicBezTo>
                  <a:lnTo>
                    <a:pt x="3792220" y="12700"/>
                  </a:lnTo>
                  <a:cubicBezTo>
                    <a:pt x="3792220" y="5080"/>
                    <a:pt x="3785870" y="0"/>
                    <a:pt x="3778250" y="0"/>
                  </a:cubicBezTo>
                  <a:close/>
                  <a:moveTo>
                    <a:pt x="3582670" y="218440"/>
                  </a:moveTo>
                  <a:lnTo>
                    <a:pt x="3582670" y="3464560"/>
                  </a:lnTo>
                  <a:cubicBezTo>
                    <a:pt x="3582670" y="3472180"/>
                    <a:pt x="3576320" y="3478530"/>
                    <a:pt x="3568700" y="3478530"/>
                  </a:cubicBezTo>
                  <a:lnTo>
                    <a:pt x="186690" y="3478530"/>
                  </a:lnTo>
                  <a:cubicBezTo>
                    <a:pt x="179070" y="3478530"/>
                    <a:pt x="172720" y="3472180"/>
                    <a:pt x="172720" y="3464560"/>
                  </a:cubicBezTo>
                  <a:lnTo>
                    <a:pt x="172720" y="218440"/>
                  </a:lnTo>
                  <a:cubicBezTo>
                    <a:pt x="172720" y="210820"/>
                    <a:pt x="179070" y="204470"/>
                    <a:pt x="186690" y="204470"/>
                  </a:cubicBezTo>
                  <a:lnTo>
                    <a:pt x="3568700" y="204470"/>
                  </a:lnTo>
                  <a:cubicBezTo>
                    <a:pt x="3576320" y="204470"/>
                    <a:pt x="3582670" y="210820"/>
                    <a:pt x="3582670" y="218440"/>
                  </a:cubicBezTo>
                  <a:close/>
                </a:path>
              </a:pathLst>
            </a:custGeom>
            <a:solidFill>
              <a:srgbClr val="CAEEEF"/>
            </a:solidFill>
          </p:spPr>
          <p:txBody>
            <a:bodyPr/>
            <a:lstStyle/>
            <a:p>
              <a:endParaRPr lang="pt-BR"/>
            </a:p>
          </p:txBody>
        </p:sp>
        <p:sp>
          <p:nvSpPr>
            <p:cNvPr id="16" name="Freeform 16"/>
            <p:cNvSpPr/>
            <p:nvPr/>
          </p:nvSpPr>
          <p:spPr>
            <a:xfrm>
              <a:off x="251460" y="1104900"/>
              <a:ext cx="3409950" cy="3274060"/>
            </a:xfrm>
            <a:custGeom>
              <a:avLst/>
              <a:gdLst/>
              <a:ahLst/>
              <a:cxnLst/>
              <a:rect l="l" t="t" r="r" b="b"/>
              <a:pathLst>
                <a:path w="3409950" h="3274060">
                  <a:moveTo>
                    <a:pt x="3395980" y="0"/>
                  </a:moveTo>
                  <a:lnTo>
                    <a:pt x="13970" y="0"/>
                  </a:lnTo>
                  <a:cubicBezTo>
                    <a:pt x="6350" y="0"/>
                    <a:pt x="0" y="6350"/>
                    <a:pt x="0" y="13970"/>
                  </a:cubicBezTo>
                  <a:lnTo>
                    <a:pt x="0" y="3260090"/>
                  </a:lnTo>
                  <a:cubicBezTo>
                    <a:pt x="0" y="3267710"/>
                    <a:pt x="6350" y="3274060"/>
                    <a:pt x="13970" y="3274060"/>
                  </a:cubicBezTo>
                  <a:lnTo>
                    <a:pt x="3395980" y="3274060"/>
                  </a:lnTo>
                  <a:cubicBezTo>
                    <a:pt x="3403600" y="3274060"/>
                    <a:pt x="3409950" y="3267710"/>
                    <a:pt x="3409950" y="3260090"/>
                  </a:cubicBezTo>
                  <a:lnTo>
                    <a:pt x="3409950" y="13970"/>
                  </a:lnTo>
                  <a:cubicBezTo>
                    <a:pt x="3409950" y="6350"/>
                    <a:pt x="3403600" y="0"/>
                    <a:pt x="3395980" y="0"/>
                  </a:cubicBezTo>
                  <a:close/>
                </a:path>
              </a:pathLst>
            </a:custGeom>
            <a:blipFill>
              <a:blip r:embed="rId5"/>
              <a:stretch>
                <a:fillRect l="-22011" r="-22011"/>
              </a:stretch>
            </a:blipFill>
          </p:spPr>
          <p:txBody>
            <a:bodyPr/>
            <a:lstStyle/>
            <a:p>
              <a:endParaRPr lang="pt-BR"/>
            </a:p>
          </p:txBody>
        </p:sp>
        <p:sp>
          <p:nvSpPr>
            <p:cNvPr id="17" name="Freeform 17"/>
            <p:cNvSpPr/>
            <p:nvPr/>
          </p:nvSpPr>
          <p:spPr>
            <a:xfrm>
              <a:off x="240030" y="1106170"/>
              <a:ext cx="3421380" cy="3274060"/>
            </a:xfrm>
            <a:custGeom>
              <a:avLst/>
              <a:gdLst/>
              <a:ahLst/>
              <a:cxnLst/>
              <a:rect l="l" t="t" r="r" b="b"/>
              <a:pathLst>
                <a:path w="3421380" h="3274060">
                  <a:moveTo>
                    <a:pt x="3421380" y="8890"/>
                  </a:moveTo>
                  <a:cubicBezTo>
                    <a:pt x="3421380" y="8890"/>
                    <a:pt x="3418840" y="1270"/>
                    <a:pt x="3408680" y="0"/>
                  </a:cubicBezTo>
                  <a:lnTo>
                    <a:pt x="13970" y="0"/>
                  </a:lnTo>
                  <a:cubicBezTo>
                    <a:pt x="7620" y="0"/>
                    <a:pt x="0" y="2540"/>
                    <a:pt x="0" y="10160"/>
                  </a:cubicBezTo>
                  <a:lnTo>
                    <a:pt x="2540" y="16510"/>
                  </a:lnTo>
                  <a:cubicBezTo>
                    <a:pt x="5080" y="12700"/>
                    <a:pt x="10160" y="11430"/>
                    <a:pt x="13970" y="11430"/>
                  </a:cubicBezTo>
                  <a:lnTo>
                    <a:pt x="3411220" y="11430"/>
                  </a:lnTo>
                  <a:lnTo>
                    <a:pt x="3411220" y="3262630"/>
                  </a:lnTo>
                  <a:cubicBezTo>
                    <a:pt x="3411220" y="3267710"/>
                    <a:pt x="3408680" y="3271520"/>
                    <a:pt x="3406140" y="3274060"/>
                  </a:cubicBezTo>
                  <a:lnTo>
                    <a:pt x="3409950" y="3274060"/>
                  </a:lnTo>
                  <a:cubicBezTo>
                    <a:pt x="3416300" y="3274060"/>
                    <a:pt x="3421380" y="3268980"/>
                    <a:pt x="3421380" y="3262630"/>
                  </a:cubicBezTo>
                  <a:lnTo>
                    <a:pt x="3421380" y="8890"/>
                  </a:lnTo>
                  <a:close/>
                </a:path>
              </a:pathLst>
            </a:custGeom>
            <a:solidFill>
              <a:srgbClr val="898888"/>
            </a:solidFill>
          </p:spPr>
          <p:txBody>
            <a:bodyPr/>
            <a:lstStyle/>
            <a:p>
              <a:endParaRPr lang="pt-BR"/>
            </a:p>
          </p:txBody>
        </p:sp>
        <p:sp>
          <p:nvSpPr>
            <p:cNvPr id="18" name="Freeform 18"/>
            <p:cNvSpPr/>
            <p:nvPr/>
          </p:nvSpPr>
          <p:spPr>
            <a:xfrm>
              <a:off x="81280" y="5299710"/>
              <a:ext cx="3804920" cy="27940"/>
            </a:xfrm>
            <a:custGeom>
              <a:avLst/>
              <a:gdLst/>
              <a:ahLst/>
              <a:cxnLst/>
              <a:rect l="l" t="t" r="r" b="b"/>
              <a:pathLst>
                <a:path w="3804920" h="27940">
                  <a:moveTo>
                    <a:pt x="13970" y="13970"/>
                  </a:moveTo>
                  <a:cubicBezTo>
                    <a:pt x="6350" y="13970"/>
                    <a:pt x="0" y="7620"/>
                    <a:pt x="0" y="0"/>
                  </a:cubicBezTo>
                  <a:lnTo>
                    <a:pt x="0" y="13970"/>
                  </a:lnTo>
                  <a:cubicBezTo>
                    <a:pt x="0" y="21590"/>
                    <a:pt x="6350" y="27940"/>
                    <a:pt x="13970" y="27940"/>
                  </a:cubicBezTo>
                  <a:lnTo>
                    <a:pt x="3796030" y="27940"/>
                  </a:lnTo>
                  <a:cubicBezTo>
                    <a:pt x="3799840" y="27940"/>
                    <a:pt x="3802380" y="26670"/>
                    <a:pt x="3804920" y="24130"/>
                  </a:cubicBezTo>
                  <a:lnTo>
                    <a:pt x="3790950" y="13970"/>
                  </a:lnTo>
                  <a:lnTo>
                    <a:pt x="13970" y="13970"/>
                  </a:lnTo>
                  <a:close/>
                </a:path>
              </a:pathLst>
            </a:custGeom>
            <a:solidFill>
              <a:srgbClr val="898888"/>
            </a:solidFill>
          </p:spPr>
          <p:txBody>
            <a:bodyPr/>
            <a:lstStyle/>
            <a:p>
              <a:endParaRPr lang="pt-BR"/>
            </a:p>
          </p:txBody>
        </p:sp>
        <p:sp>
          <p:nvSpPr>
            <p:cNvPr id="19" name="Freeform 19"/>
            <p:cNvSpPr/>
            <p:nvPr/>
          </p:nvSpPr>
          <p:spPr>
            <a:xfrm>
              <a:off x="81280" y="904240"/>
              <a:ext cx="27940" cy="4422140"/>
            </a:xfrm>
            <a:custGeom>
              <a:avLst/>
              <a:gdLst/>
              <a:ahLst/>
              <a:cxnLst/>
              <a:rect l="l" t="t" r="r" b="b"/>
              <a:pathLst>
                <a:path w="27940" h="4422140">
                  <a:moveTo>
                    <a:pt x="12700" y="4409440"/>
                  </a:moveTo>
                  <a:lnTo>
                    <a:pt x="12700" y="8890"/>
                  </a:lnTo>
                  <a:lnTo>
                    <a:pt x="3810" y="0"/>
                  </a:lnTo>
                  <a:cubicBezTo>
                    <a:pt x="1270" y="2540"/>
                    <a:pt x="0" y="5080"/>
                    <a:pt x="0" y="8890"/>
                  </a:cubicBezTo>
                  <a:lnTo>
                    <a:pt x="0" y="4408170"/>
                  </a:lnTo>
                  <a:cubicBezTo>
                    <a:pt x="0" y="4415790"/>
                    <a:pt x="6350" y="4422140"/>
                    <a:pt x="13970" y="4422140"/>
                  </a:cubicBezTo>
                  <a:lnTo>
                    <a:pt x="27940" y="4422140"/>
                  </a:lnTo>
                  <a:cubicBezTo>
                    <a:pt x="19050" y="4422140"/>
                    <a:pt x="12700" y="4415790"/>
                    <a:pt x="12700" y="4409440"/>
                  </a:cubicBezTo>
                  <a:close/>
                </a:path>
              </a:pathLst>
            </a:custGeom>
            <a:solidFill>
              <a:srgbClr val="898888"/>
            </a:solidFill>
          </p:spPr>
          <p:txBody>
            <a:bodyPr/>
            <a:lstStyle/>
            <a:p>
              <a:endParaRPr lang="pt-BR"/>
            </a:p>
          </p:txBody>
        </p:sp>
        <p:sp>
          <p:nvSpPr>
            <p:cNvPr id="20" name="Freeform 20"/>
            <p:cNvSpPr/>
            <p:nvPr/>
          </p:nvSpPr>
          <p:spPr>
            <a:xfrm>
              <a:off x="238760" y="1108710"/>
              <a:ext cx="27940" cy="3270250"/>
            </a:xfrm>
            <a:custGeom>
              <a:avLst/>
              <a:gdLst/>
              <a:ahLst/>
              <a:cxnLst/>
              <a:rect l="l" t="t" r="r" b="b"/>
              <a:pathLst>
                <a:path w="27940" h="3270250">
                  <a:moveTo>
                    <a:pt x="12700" y="3256280"/>
                  </a:moveTo>
                  <a:lnTo>
                    <a:pt x="12700" y="7620"/>
                  </a:lnTo>
                  <a:lnTo>
                    <a:pt x="3810" y="0"/>
                  </a:lnTo>
                  <a:cubicBezTo>
                    <a:pt x="1270" y="2540"/>
                    <a:pt x="0" y="6350"/>
                    <a:pt x="0" y="10160"/>
                  </a:cubicBezTo>
                  <a:lnTo>
                    <a:pt x="0" y="3256280"/>
                  </a:lnTo>
                  <a:cubicBezTo>
                    <a:pt x="0" y="3263900"/>
                    <a:pt x="6350" y="3270250"/>
                    <a:pt x="13970" y="3270250"/>
                  </a:cubicBezTo>
                  <a:lnTo>
                    <a:pt x="27940" y="3270250"/>
                  </a:lnTo>
                  <a:cubicBezTo>
                    <a:pt x="19050" y="3270250"/>
                    <a:pt x="12700" y="3263900"/>
                    <a:pt x="12700" y="3256280"/>
                  </a:cubicBezTo>
                  <a:close/>
                </a:path>
              </a:pathLst>
            </a:custGeom>
            <a:solidFill>
              <a:srgbClr val="FFFFFF"/>
            </a:solidFill>
          </p:spPr>
          <p:txBody>
            <a:bodyPr/>
            <a:lstStyle/>
            <a:p>
              <a:endParaRPr lang="pt-BR"/>
            </a:p>
          </p:txBody>
        </p:sp>
        <p:sp>
          <p:nvSpPr>
            <p:cNvPr id="21" name="Freeform 21"/>
            <p:cNvSpPr/>
            <p:nvPr/>
          </p:nvSpPr>
          <p:spPr>
            <a:xfrm>
              <a:off x="0" y="0"/>
              <a:ext cx="0" cy="0"/>
            </a:xfrm>
            <a:custGeom>
              <a:avLst/>
              <a:gdLst/>
              <a:ahLst/>
              <a:cxnLst/>
              <a:rect l="l" t="t" r="r" b="b"/>
              <a:pathLst>
                <a:path/>
              </a:pathLst>
            </a:custGeom>
            <a:solidFill>
              <a:srgbClr val="FFFFFF"/>
            </a:solidFill>
          </p:spPr>
          <p:txBody>
            <a:bodyPr/>
            <a:lstStyle/>
            <a:p>
              <a:endParaRPr lang="pt-BR"/>
            </a:p>
          </p:txBody>
        </p:sp>
        <p:sp>
          <p:nvSpPr>
            <p:cNvPr id="22" name="Freeform 22"/>
            <p:cNvSpPr/>
            <p:nvPr/>
          </p:nvSpPr>
          <p:spPr>
            <a:xfrm>
              <a:off x="240030" y="4354830"/>
              <a:ext cx="3417570" cy="27940"/>
            </a:xfrm>
            <a:custGeom>
              <a:avLst/>
              <a:gdLst/>
              <a:ahLst/>
              <a:cxnLst/>
              <a:rect l="l" t="t" r="r" b="b"/>
              <a:pathLst>
                <a:path w="3417570" h="27940">
                  <a:moveTo>
                    <a:pt x="3411220" y="12700"/>
                  </a:moveTo>
                  <a:cubicBezTo>
                    <a:pt x="3409950" y="12700"/>
                    <a:pt x="3408680" y="13970"/>
                    <a:pt x="3407410" y="13970"/>
                  </a:cubicBezTo>
                  <a:lnTo>
                    <a:pt x="13970" y="13970"/>
                  </a:lnTo>
                  <a:cubicBezTo>
                    <a:pt x="6350" y="13970"/>
                    <a:pt x="0" y="7620"/>
                    <a:pt x="0" y="0"/>
                  </a:cubicBezTo>
                  <a:lnTo>
                    <a:pt x="0" y="13970"/>
                  </a:lnTo>
                  <a:cubicBezTo>
                    <a:pt x="0" y="21590"/>
                    <a:pt x="6350" y="27940"/>
                    <a:pt x="13970" y="27940"/>
                  </a:cubicBezTo>
                  <a:lnTo>
                    <a:pt x="3407410" y="27940"/>
                  </a:lnTo>
                  <a:cubicBezTo>
                    <a:pt x="3411220" y="27940"/>
                    <a:pt x="3415030" y="25400"/>
                    <a:pt x="3417570" y="22860"/>
                  </a:cubicBezTo>
                  <a:lnTo>
                    <a:pt x="3411220" y="12700"/>
                  </a:lnTo>
                  <a:close/>
                </a:path>
              </a:pathLst>
            </a:custGeom>
            <a:solidFill>
              <a:srgbClr val="FFFFFF"/>
            </a:solidFill>
          </p:spPr>
          <p:txBody>
            <a:bodyPr/>
            <a:lstStyle/>
            <a:p>
              <a:endParaRPr lang="pt-BR"/>
            </a:p>
          </p:txBody>
        </p:sp>
        <p:sp>
          <p:nvSpPr>
            <p:cNvPr id="23" name="Freeform 23"/>
            <p:cNvSpPr/>
            <p:nvPr/>
          </p:nvSpPr>
          <p:spPr>
            <a:xfrm>
              <a:off x="93980" y="909320"/>
              <a:ext cx="1270" cy="3810"/>
            </a:xfrm>
            <a:custGeom>
              <a:avLst/>
              <a:gdLst/>
              <a:ahLst/>
              <a:cxnLst/>
              <a:rect l="l" t="t" r="r" b="b"/>
              <a:pathLst>
                <a:path w="1270" h="3810">
                  <a:moveTo>
                    <a:pt x="0" y="3810"/>
                  </a:moveTo>
                  <a:lnTo>
                    <a:pt x="1270" y="0"/>
                  </a:lnTo>
                  <a:cubicBezTo>
                    <a:pt x="0" y="1270"/>
                    <a:pt x="0" y="2540"/>
                    <a:pt x="0" y="3810"/>
                  </a:cubicBezTo>
                  <a:close/>
                </a:path>
              </a:pathLst>
            </a:custGeom>
            <a:solidFill>
              <a:srgbClr val="FFFFFF"/>
            </a:solidFill>
          </p:spPr>
          <p:txBody>
            <a:bodyPr/>
            <a:lstStyle/>
            <a:p>
              <a:endParaRPr lang="pt-BR"/>
            </a:p>
          </p:txBody>
        </p:sp>
        <p:sp>
          <p:nvSpPr>
            <p:cNvPr id="24" name="Freeform 24"/>
            <p:cNvSpPr/>
            <p:nvPr/>
          </p:nvSpPr>
          <p:spPr>
            <a:xfrm>
              <a:off x="85090" y="899160"/>
              <a:ext cx="3806190" cy="27940"/>
            </a:xfrm>
            <a:custGeom>
              <a:avLst/>
              <a:gdLst/>
              <a:ahLst/>
              <a:cxnLst/>
              <a:rect l="l" t="t" r="r" b="b"/>
              <a:pathLst>
                <a:path w="3806190" h="27940">
                  <a:moveTo>
                    <a:pt x="3790950" y="0"/>
                  </a:moveTo>
                  <a:lnTo>
                    <a:pt x="10160" y="0"/>
                  </a:lnTo>
                  <a:cubicBezTo>
                    <a:pt x="6350" y="0"/>
                    <a:pt x="2540" y="2540"/>
                    <a:pt x="0" y="5080"/>
                  </a:cubicBezTo>
                  <a:lnTo>
                    <a:pt x="8890" y="13970"/>
                  </a:lnTo>
                  <a:lnTo>
                    <a:pt x="3792220" y="13970"/>
                  </a:lnTo>
                  <a:cubicBezTo>
                    <a:pt x="3799840" y="13970"/>
                    <a:pt x="3806190" y="20320"/>
                    <a:pt x="3806190" y="27940"/>
                  </a:cubicBezTo>
                  <a:lnTo>
                    <a:pt x="3806190" y="13970"/>
                  </a:lnTo>
                  <a:cubicBezTo>
                    <a:pt x="3804920" y="6350"/>
                    <a:pt x="3798570" y="0"/>
                    <a:pt x="3790950" y="0"/>
                  </a:cubicBezTo>
                  <a:close/>
                </a:path>
              </a:pathLst>
            </a:custGeom>
            <a:solidFill>
              <a:srgbClr val="FFFFFF"/>
            </a:solidFill>
          </p:spPr>
          <p:txBody>
            <a:bodyPr/>
            <a:lstStyle/>
            <a:p>
              <a:endParaRPr lang="pt-BR"/>
            </a:p>
          </p:txBody>
        </p:sp>
        <p:sp>
          <p:nvSpPr>
            <p:cNvPr id="25" name="Freeform 25"/>
            <p:cNvSpPr/>
            <p:nvPr/>
          </p:nvSpPr>
          <p:spPr>
            <a:xfrm>
              <a:off x="3869690" y="910590"/>
              <a:ext cx="20320" cy="4413250"/>
            </a:xfrm>
            <a:custGeom>
              <a:avLst/>
              <a:gdLst/>
              <a:ahLst/>
              <a:cxnLst/>
              <a:rect l="l" t="t" r="r" b="b"/>
              <a:pathLst>
                <a:path w="20320" h="4413250">
                  <a:moveTo>
                    <a:pt x="20320" y="4401820"/>
                  </a:moveTo>
                  <a:lnTo>
                    <a:pt x="20320" y="12700"/>
                  </a:lnTo>
                  <a:cubicBezTo>
                    <a:pt x="20320" y="12700"/>
                    <a:pt x="11430" y="5080"/>
                    <a:pt x="8890" y="2540"/>
                  </a:cubicBezTo>
                  <a:cubicBezTo>
                    <a:pt x="8890" y="2540"/>
                    <a:pt x="6350" y="0"/>
                    <a:pt x="0" y="0"/>
                  </a:cubicBezTo>
                  <a:lnTo>
                    <a:pt x="0" y="4403090"/>
                  </a:lnTo>
                  <a:lnTo>
                    <a:pt x="15240" y="4413250"/>
                  </a:lnTo>
                  <a:cubicBezTo>
                    <a:pt x="19050" y="4410710"/>
                    <a:pt x="20320" y="4406900"/>
                    <a:pt x="20320" y="4401820"/>
                  </a:cubicBezTo>
                  <a:close/>
                </a:path>
              </a:pathLst>
            </a:custGeom>
            <a:solidFill>
              <a:srgbClr val="FFFFFF"/>
            </a:solidFill>
          </p:spPr>
          <p:txBody>
            <a:bodyPr/>
            <a:lstStyle/>
            <a:p>
              <a:endParaRPr lang="pt-BR"/>
            </a:p>
          </p:txBody>
        </p:sp>
      </p:grpSp>
      <p:sp>
        <p:nvSpPr>
          <p:cNvPr id="26" name="Freeform 26"/>
          <p:cNvSpPr/>
          <p:nvPr/>
        </p:nvSpPr>
        <p:spPr>
          <a:xfrm rot="-7790088">
            <a:off x="1087334" y="7383984"/>
            <a:ext cx="3282296" cy="4382286"/>
          </a:xfrm>
          <a:custGeom>
            <a:avLst/>
            <a:gdLst/>
            <a:ahLst/>
            <a:cxnLst/>
            <a:rect l="l" t="t" r="r" b="b"/>
            <a:pathLst>
              <a:path w="6332063" h="4881445">
                <a:moveTo>
                  <a:pt x="0" y="0"/>
                </a:moveTo>
                <a:lnTo>
                  <a:pt x="6332063" y="0"/>
                </a:lnTo>
                <a:lnTo>
                  <a:pt x="6332063" y="4881445"/>
                </a:lnTo>
                <a:lnTo>
                  <a:pt x="0" y="488144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pt-BR" dirty="0"/>
          </a:p>
        </p:txBody>
      </p:sp>
      <p:sp>
        <p:nvSpPr>
          <p:cNvPr id="27" name="TextBox 27"/>
          <p:cNvSpPr txBox="1"/>
          <p:nvPr/>
        </p:nvSpPr>
        <p:spPr>
          <a:xfrm>
            <a:off x="318356" y="1477330"/>
            <a:ext cx="12925829" cy="7288422"/>
          </a:xfrm>
          <a:prstGeom prst="rect">
            <a:avLst/>
          </a:prstGeom>
        </p:spPr>
        <p:txBody>
          <a:bodyPr lIns="0" tIns="0" rIns="0" bIns="0" rtlCol="0" anchor="t">
            <a:spAutoFit/>
          </a:bodyPr>
          <a:lstStyle/>
          <a:p>
            <a:pPr>
              <a:lnSpc>
                <a:spcPts val="4804"/>
              </a:lnSpc>
            </a:pPr>
            <a:r>
              <a:rPr lang="en-US" sz="3202" dirty="0">
                <a:solidFill>
                  <a:srgbClr val="112838"/>
                </a:solidFill>
                <a:latin typeface="Clear Sans Bold"/>
              </a:rPr>
              <a:t>1</a:t>
            </a:r>
            <a:r>
              <a:rPr lang="en-US" sz="3202" dirty="0">
                <a:solidFill>
                  <a:srgbClr val="112838"/>
                </a:solidFill>
                <a:latin typeface="Clear Sans"/>
              </a:rPr>
              <a:t>. </a:t>
            </a:r>
            <a:r>
              <a:rPr lang="en-US" sz="3202" dirty="0" err="1">
                <a:solidFill>
                  <a:srgbClr val="112838"/>
                </a:solidFill>
                <a:latin typeface="Clear Sans Bold"/>
              </a:rPr>
              <a:t>Estou</a:t>
            </a:r>
            <a:r>
              <a:rPr lang="en-US" sz="3202" dirty="0">
                <a:solidFill>
                  <a:srgbClr val="112838"/>
                </a:solidFill>
                <a:latin typeface="Clear Sans Bold"/>
              </a:rPr>
              <a:t> </a:t>
            </a:r>
            <a:r>
              <a:rPr lang="en-US" sz="3202" dirty="0" err="1">
                <a:solidFill>
                  <a:srgbClr val="112838"/>
                </a:solidFill>
                <a:latin typeface="Clear Sans Bold"/>
              </a:rPr>
              <a:t>disposto</a:t>
            </a:r>
            <a:r>
              <a:rPr lang="en-US" sz="3202" dirty="0">
                <a:solidFill>
                  <a:srgbClr val="112838"/>
                </a:solidFill>
                <a:latin typeface="Clear Sans Bold"/>
              </a:rPr>
              <a:t> a </a:t>
            </a:r>
            <a:r>
              <a:rPr lang="en-US" sz="3202" dirty="0" err="1">
                <a:solidFill>
                  <a:srgbClr val="112838"/>
                </a:solidFill>
                <a:latin typeface="Clear Sans Bold"/>
              </a:rPr>
              <a:t>gastar</a:t>
            </a:r>
            <a:r>
              <a:rPr lang="en-US" sz="3202" dirty="0">
                <a:solidFill>
                  <a:srgbClr val="112838"/>
                </a:solidFill>
                <a:latin typeface="Clear Sans Bold"/>
              </a:rPr>
              <a:t> </a:t>
            </a:r>
            <a:r>
              <a:rPr lang="en-US" sz="3202" dirty="0" err="1">
                <a:solidFill>
                  <a:srgbClr val="112838"/>
                </a:solidFill>
                <a:latin typeface="Clear Sans Bold"/>
              </a:rPr>
              <a:t>até</a:t>
            </a:r>
            <a:r>
              <a:rPr lang="en-US" sz="3202" dirty="0">
                <a:solidFill>
                  <a:srgbClr val="112838"/>
                </a:solidFill>
                <a:latin typeface="Clear Sans Bold"/>
              </a:rPr>
              <a:t> U$6.000. </a:t>
            </a:r>
          </a:p>
          <a:p>
            <a:pPr>
              <a:lnSpc>
                <a:spcPts val="4804"/>
              </a:lnSpc>
            </a:pPr>
            <a:r>
              <a:rPr lang="en-US" sz="3202" dirty="0">
                <a:solidFill>
                  <a:srgbClr val="112838"/>
                </a:solidFill>
                <a:latin typeface="Clear Sans Bold"/>
              </a:rPr>
              <a:t>2.Quero </a:t>
            </a:r>
            <a:r>
              <a:rPr lang="en-US" sz="3202" dirty="0" err="1">
                <a:solidFill>
                  <a:srgbClr val="112838"/>
                </a:solidFill>
                <a:latin typeface="Clear Sans Bold"/>
              </a:rPr>
              <a:t>visitar</a:t>
            </a:r>
            <a:r>
              <a:rPr lang="en-US" sz="3202" dirty="0">
                <a:solidFill>
                  <a:srgbClr val="112838"/>
                </a:solidFill>
                <a:latin typeface="Clear Sans Bold"/>
              </a:rPr>
              <a:t> </a:t>
            </a:r>
            <a:r>
              <a:rPr lang="en-US" sz="3202" dirty="0" err="1">
                <a:solidFill>
                  <a:srgbClr val="112838"/>
                </a:solidFill>
                <a:latin typeface="Clear Sans Bold"/>
              </a:rPr>
              <a:t>pelo</a:t>
            </a:r>
            <a:r>
              <a:rPr lang="en-US" sz="3202" dirty="0">
                <a:solidFill>
                  <a:srgbClr val="112838"/>
                </a:solidFill>
                <a:latin typeface="Clear Sans Bold"/>
              </a:rPr>
              <a:t> </a:t>
            </a:r>
            <a:r>
              <a:rPr lang="en-US" sz="3202" dirty="0" err="1">
                <a:solidFill>
                  <a:srgbClr val="112838"/>
                </a:solidFill>
                <a:latin typeface="Clear Sans Bold"/>
              </a:rPr>
              <a:t>menos</a:t>
            </a:r>
            <a:r>
              <a:rPr lang="en-US" sz="3202" dirty="0">
                <a:solidFill>
                  <a:srgbClr val="112838"/>
                </a:solidFill>
                <a:latin typeface="Clear Sans Bold"/>
              </a:rPr>
              <a:t> 3 </a:t>
            </a:r>
            <a:r>
              <a:rPr lang="en-US" sz="3202" dirty="0" err="1">
                <a:solidFill>
                  <a:srgbClr val="112838"/>
                </a:solidFill>
                <a:latin typeface="Clear Sans Bold"/>
              </a:rPr>
              <a:t>países</a:t>
            </a:r>
            <a:r>
              <a:rPr lang="en-US" sz="3202" dirty="0">
                <a:solidFill>
                  <a:srgbClr val="112838"/>
                </a:solidFill>
                <a:latin typeface="Clear Sans Bold"/>
              </a:rPr>
              <a:t>.</a:t>
            </a:r>
          </a:p>
          <a:p>
            <a:pPr>
              <a:lnSpc>
                <a:spcPts val="4804"/>
              </a:lnSpc>
            </a:pPr>
            <a:r>
              <a:rPr lang="en-US" sz="3202" dirty="0">
                <a:solidFill>
                  <a:srgbClr val="112838"/>
                </a:solidFill>
                <a:latin typeface="Clear Sans Bold"/>
              </a:rPr>
              <a:t>3.Minha road trip </a:t>
            </a:r>
            <a:r>
              <a:rPr lang="en-US" sz="3202" dirty="0" err="1">
                <a:solidFill>
                  <a:srgbClr val="112838"/>
                </a:solidFill>
                <a:latin typeface="Clear Sans Bold"/>
              </a:rPr>
              <a:t>não</a:t>
            </a:r>
            <a:r>
              <a:rPr lang="en-US" sz="3202" dirty="0">
                <a:solidFill>
                  <a:srgbClr val="112838"/>
                </a:solidFill>
                <a:latin typeface="Clear Sans Bold"/>
              </a:rPr>
              <a:t> </a:t>
            </a:r>
            <a:r>
              <a:rPr lang="en-US" sz="3202" dirty="0" err="1">
                <a:solidFill>
                  <a:srgbClr val="112838"/>
                </a:solidFill>
                <a:latin typeface="Clear Sans Bold"/>
              </a:rPr>
              <a:t>deverá</a:t>
            </a:r>
            <a:r>
              <a:rPr lang="en-US" sz="3202" dirty="0">
                <a:solidFill>
                  <a:srgbClr val="112838"/>
                </a:solidFill>
                <a:latin typeface="Clear Sans Bold"/>
              </a:rPr>
              <a:t> </a:t>
            </a:r>
            <a:r>
              <a:rPr lang="en-US" sz="3202" dirty="0" err="1">
                <a:solidFill>
                  <a:srgbClr val="112838"/>
                </a:solidFill>
                <a:latin typeface="Clear Sans Bold"/>
              </a:rPr>
              <a:t>durar</a:t>
            </a:r>
            <a:r>
              <a:rPr lang="en-US" sz="3202" dirty="0">
                <a:solidFill>
                  <a:srgbClr val="112838"/>
                </a:solidFill>
                <a:latin typeface="Clear Sans Bold"/>
              </a:rPr>
              <a:t> </a:t>
            </a:r>
            <a:r>
              <a:rPr lang="en-US" sz="3202" dirty="0" err="1">
                <a:solidFill>
                  <a:srgbClr val="112838"/>
                </a:solidFill>
                <a:latin typeface="Clear Sans Bold"/>
              </a:rPr>
              <a:t>mais</a:t>
            </a:r>
            <a:r>
              <a:rPr lang="en-US" sz="3202" dirty="0">
                <a:solidFill>
                  <a:srgbClr val="112838"/>
                </a:solidFill>
                <a:latin typeface="Clear Sans Bold"/>
              </a:rPr>
              <a:t> que 7 </a:t>
            </a:r>
            <a:r>
              <a:rPr lang="en-US" sz="3202" dirty="0" err="1">
                <a:solidFill>
                  <a:srgbClr val="112838"/>
                </a:solidFill>
                <a:latin typeface="Clear Sans Bold"/>
              </a:rPr>
              <a:t>dias</a:t>
            </a:r>
            <a:r>
              <a:rPr lang="en-US" sz="3202" dirty="0">
                <a:solidFill>
                  <a:srgbClr val="112838"/>
                </a:solidFill>
                <a:latin typeface="Clear Sans Bold"/>
              </a:rPr>
              <a:t>.</a:t>
            </a:r>
          </a:p>
          <a:p>
            <a:pPr>
              <a:lnSpc>
                <a:spcPts val="4804"/>
              </a:lnSpc>
            </a:pPr>
            <a:r>
              <a:rPr lang="en-US" sz="3202" dirty="0">
                <a:solidFill>
                  <a:srgbClr val="112838"/>
                </a:solidFill>
                <a:latin typeface="Clear Sans Bold"/>
              </a:rPr>
              <a:t>4.Eu </a:t>
            </a:r>
            <a:r>
              <a:rPr lang="en-US" sz="3202" dirty="0" err="1">
                <a:solidFill>
                  <a:srgbClr val="112838"/>
                </a:solidFill>
                <a:latin typeface="Clear Sans Bold"/>
              </a:rPr>
              <a:t>amo</a:t>
            </a:r>
            <a:r>
              <a:rPr lang="en-US" sz="3202" dirty="0">
                <a:solidFill>
                  <a:srgbClr val="112838"/>
                </a:solidFill>
                <a:latin typeface="Clear Sans Bold"/>
              </a:rPr>
              <a:t> </a:t>
            </a:r>
            <a:r>
              <a:rPr lang="en-US" sz="3202" dirty="0" err="1">
                <a:solidFill>
                  <a:srgbClr val="112838"/>
                </a:solidFill>
                <a:latin typeface="Clear Sans Bold"/>
              </a:rPr>
              <a:t>experimentar</a:t>
            </a:r>
            <a:r>
              <a:rPr lang="en-US" sz="3202" dirty="0">
                <a:solidFill>
                  <a:srgbClr val="112838"/>
                </a:solidFill>
                <a:latin typeface="Clear Sans Bold"/>
              </a:rPr>
              <a:t> </a:t>
            </a:r>
            <a:r>
              <a:rPr lang="en-US" sz="3202" dirty="0" err="1">
                <a:solidFill>
                  <a:srgbClr val="112838"/>
                </a:solidFill>
                <a:latin typeface="Clear Sans Bold"/>
              </a:rPr>
              <a:t>comidas</a:t>
            </a:r>
            <a:r>
              <a:rPr lang="en-US" sz="3202" dirty="0">
                <a:solidFill>
                  <a:srgbClr val="112838"/>
                </a:solidFill>
                <a:latin typeface="Clear Sans Bold"/>
              </a:rPr>
              <a:t> </a:t>
            </a:r>
            <a:r>
              <a:rPr lang="en-US" sz="3202" dirty="0" err="1">
                <a:solidFill>
                  <a:srgbClr val="112838"/>
                </a:solidFill>
                <a:latin typeface="Clear Sans Bold"/>
              </a:rPr>
              <a:t>novas</a:t>
            </a:r>
            <a:r>
              <a:rPr lang="en-US" sz="3202" dirty="0">
                <a:solidFill>
                  <a:srgbClr val="112838"/>
                </a:solidFill>
                <a:latin typeface="Clear Sans Bold"/>
              </a:rPr>
              <a:t>.</a:t>
            </a:r>
          </a:p>
          <a:p>
            <a:pPr>
              <a:lnSpc>
                <a:spcPts val="4804"/>
              </a:lnSpc>
            </a:pPr>
            <a:r>
              <a:rPr lang="en-US" sz="3202" dirty="0">
                <a:solidFill>
                  <a:srgbClr val="112838"/>
                </a:solidFill>
                <a:latin typeface="Clear Sans Bold"/>
              </a:rPr>
              <a:t>5.Como </a:t>
            </a:r>
            <a:r>
              <a:rPr lang="en-US" sz="3202" dirty="0" err="1">
                <a:solidFill>
                  <a:srgbClr val="112838"/>
                </a:solidFill>
                <a:latin typeface="Clear Sans Bold"/>
              </a:rPr>
              <a:t>irei</a:t>
            </a:r>
            <a:r>
              <a:rPr lang="en-US" sz="3202" dirty="0">
                <a:solidFill>
                  <a:srgbClr val="112838"/>
                </a:solidFill>
                <a:latin typeface="Clear Sans Bold"/>
              </a:rPr>
              <a:t> </a:t>
            </a:r>
            <a:r>
              <a:rPr lang="en-US" sz="3202" dirty="0" err="1">
                <a:solidFill>
                  <a:srgbClr val="112838"/>
                </a:solidFill>
                <a:latin typeface="Clear Sans Bold"/>
              </a:rPr>
              <a:t>viajar</a:t>
            </a:r>
            <a:r>
              <a:rPr lang="en-US" sz="3202" dirty="0">
                <a:solidFill>
                  <a:srgbClr val="112838"/>
                </a:solidFill>
                <a:latin typeface="Clear Sans Bold"/>
              </a:rPr>
              <a:t> </a:t>
            </a:r>
            <a:r>
              <a:rPr lang="en-US" sz="3202" dirty="0" err="1">
                <a:solidFill>
                  <a:srgbClr val="112838"/>
                </a:solidFill>
                <a:latin typeface="Clear Sans Bold"/>
              </a:rPr>
              <a:t>sozinho</a:t>
            </a:r>
            <a:r>
              <a:rPr lang="en-US" sz="3202" dirty="0">
                <a:solidFill>
                  <a:srgbClr val="112838"/>
                </a:solidFill>
                <a:latin typeface="Clear Sans Bold"/>
              </a:rPr>
              <a:t>, </a:t>
            </a:r>
            <a:r>
              <a:rPr lang="en-US" sz="3202" dirty="0" err="1">
                <a:solidFill>
                  <a:srgbClr val="112838"/>
                </a:solidFill>
                <a:latin typeface="Clear Sans Bold"/>
              </a:rPr>
              <a:t>não</a:t>
            </a:r>
            <a:r>
              <a:rPr lang="en-US" sz="3202" dirty="0">
                <a:solidFill>
                  <a:srgbClr val="112838"/>
                </a:solidFill>
                <a:latin typeface="Clear Sans Bold"/>
              </a:rPr>
              <a:t> me </a:t>
            </a:r>
            <a:r>
              <a:rPr lang="en-US" sz="3202" dirty="0" err="1">
                <a:solidFill>
                  <a:srgbClr val="112838"/>
                </a:solidFill>
                <a:latin typeface="Clear Sans Bold"/>
              </a:rPr>
              <a:t>importo</a:t>
            </a:r>
            <a:r>
              <a:rPr lang="en-US" sz="3202" dirty="0">
                <a:solidFill>
                  <a:srgbClr val="112838"/>
                </a:solidFill>
                <a:latin typeface="Clear Sans Bold"/>
              </a:rPr>
              <a:t> de </a:t>
            </a:r>
            <a:r>
              <a:rPr lang="en-US" sz="3202" dirty="0" err="1">
                <a:solidFill>
                  <a:srgbClr val="112838"/>
                </a:solidFill>
                <a:latin typeface="Clear Sans Bold"/>
              </a:rPr>
              <a:t>ficar</a:t>
            </a:r>
            <a:r>
              <a:rPr lang="en-US" sz="3202" dirty="0">
                <a:solidFill>
                  <a:srgbClr val="112838"/>
                </a:solidFill>
                <a:latin typeface="Clear Sans Bold"/>
              </a:rPr>
              <a:t> </a:t>
            </a:r>
            <a:r>
              <a:rPr lang="en-US" sz="3202" dirty="0" err="1">
                <a:solidFill>
                  <a:srgbClr val="112838"/>
                </a:solidFill>
                <a:latin typeface="Clear Sans Bold"/>
              </a:rPr>
              <a:t>em</a:t>
            </a:r>
            <a:r>
              <a:rPr lang="en-US" sz="3202" dirty="0">
                <a:solidFill>
                  <a:srgbClr val="112838"/>
                </a:solidFill>
                <a:latin typeface="Clear Sans Bold"/>
              </a:rPr>
              <a:t> hostels e </a:t>
            </a:r>
            <a:r>
              <a:rPr lang="en-US" sz="3202" dirty="0" err="1">
                <a:solidFill>
                  <a:srgbClr val="112838"/>
                </a:solidFill>
                <a:latin typeface="Clear Sans Bold"/>
              </a:rPr>
              <a:t>conhecer</a:t>
            </a:r>
            <a:r>
              <a:rPr lang="en-US" sz="3202" dirty="0">
                <a:solidFill>
                  <a:srgbClr val="112838"/>
                </a:solidFill>
                <a:latin typeface="Clear Sans Bold"/>
              </a:rPr>
              <a:t> </a:t>
            </a:r>
            <a:r>
              <a:rPr lang="en-US" sz="3202" dirty="0" err="1">
                <a:solidFill>
                  <a:srgbClr val="112838"/>
                </a:solidFill>
                <a:latin typeface="Clear Sans Bold"/>
              </a:rPr>
              <a:t>pessoas</a:t>
            </a:r>
            <a:r>
              <a:rPr lang="en-US" sz="3202" dirty="0">
                <a:solidFill>
                  <a:srgbClr val="112838"/>
                </a:solidFill>
                <a:latin typeface="Clear Sans Bold"/>
              </a:rPr>
              <a:t> </a:t>
            </a:r>
            <a:r>
              <a:rPr lang="en-US" sz="3202" dirty="0" err="1">
                <a:solidFill>
                  <a:srgbClr val="112838"/>
                </a:solidFill>
                <a:latin typeface="Clear Sans Bold"/>
              </a:rPr>
              <a:t>novas</a:t>
            </a:r>
            <a:r>
              <a:rPr lang="en-US" sz="3202" dirty="0">
                <a:solidFill>
                  <a:srgbClr val="112838"/>
                </a:solidFill>
                <a:latin typeface="Clear Sans Bold"/>
              </a:rPr>
              <a:t>.</a:t>
            </a:r>
          </a:p>
          <a:p>
            <a:pPr>
              <a:lnSpc>
                <a:spcPts val="4804"/>
              </a:lnSpc>
            </a:pPr>
            <a:r>
              <a:rPr lang="en-US" sz="3202" dirty="0">
                <a:solidFill>
                  <a:srgbClr val="112838"/>
                </a:solidFill>
                <a:latin typeface="Clear Sans Bold"/>
              </a:rPr>
              <a:t>6.Eu </a:t>
            </a:r>
            <a:r>
              <a:rPr lang="en-US" sz="3202" dirty="0" err="1">
                <a:solidFill>
                  <a:srgbClr val="112838"/>
                </a:solidFill>
                <a:latin typeface="Clear Sans Bold"/>
              </a:rPr>
              <a:t>adoro</a:t>
            </a:r>
            <a:r>
              <a:rPr lang="en-US" sz="3202" dirty="0">
                <a:solidFill>
                  <a:srgbClr val="112838"/>
                </a:solidFill>
                <a:latin typeface="Clear Sans Bold"/>
              </a:rPr>
              <a:t> </a:t>
            </a:r>
            <a:r>
              <a:rPr lang="en-US" sz="3202" dirty="0" err="1">
                <a:solidFill>
                  <a:srgbClr val="112838"/>
                </a:solidFill>
                <a:latin typeface="Clear Sans Bold"/>
              </a:rPr>
              <a:t>turistar</a:t>
            </a:r>
            <a:r>
              <a:rPr lang="en-US" sz="3202" dirty="0">
                <a:solidFill>
                  <a:srgbClr val="112838"/>
                </a:solidFill>
                <a:latin typeface="Clear Sans Bold"/>
              </a:rPr>
              <a:t> e </a:t>
            </a:r>
            <a:r>
              <a:rPr lang="en-US" sz="3202" dirty="0" err="1">
                <a:solidFill>
                  <a:srgbClr val="112838"/>
                </a:solidFill>
                <a:latin typeface="Clear Sans Bold"/>
              </a:rPr>
              <a:t>tirar</a:t>
            </a:r>
            <a:r>
              <a:rPr lang="en-US" sz="3202" dirty="0">
                <a:solidFill>
                  <a:srgbClr val="112838"/>
                </a:solidFill>
                <a:latin typeface="Clear Sans Bold"/>
              </a:rPr>
              <a:t> </a:t>
            </a:r>
            <a:r>
              <a:rPr lang="en-US" sz="3202" dirty="0" err="1">
                <a:solidFill>
                  <a:srgbClr val="112838"/>
                </a:solidFill>
                <a:latin typeface="Clear Sans Bold"/>
              </a:rPr>
              <a:t>fotos</a:t>
            </a:r>
            <a:r>
              <a:rPr lang="en-US" sz="3202" dirty="0">
                <a:solidFill>
                  <a:srgbClr val="112838"/>
                </a:solidFill>
                <a:latin typeface="Clear Sans Bold"/>
              </a:rPr>
              <a:t> de </a:t>
            </a:r>
            <a:r>
              <a:rPr lang="en-US" sz="3202" dirty="0" err="1">
                <a:solidFill>
                  <a:srgbClr val="112838"/>
                </a:solidFill>
                <a:latin typeface="Clear Sans Bold"/>
              </a:rPr>
              <a:t>lugares</a:t>
            </a:r>
            <a:r>
              <a:rPr lang="en-US" sz="3202" dirty="0">
                <a:solidFill>
                  <a:srgbClr val="112838"/>
                </a:solidFill>
                <a:latin typeface="Clear Sans Bold"/>
              </a:rPr>
              <a:t> </a:t>
            </a:r>
            <a:r>
              <a:rPr lang="en-US" sz="3202" dirty="0" err="1">
                <a:solidFill>
                  <a:srgbClr val="112838"/>
                </a:solidFill>
                <a:latin typeface="Clear Sans Bold"/>
              </a:rPr>
              <a:t>famosos</a:t>
            </a:r>
            <a:r>
              <a:rPr lang="en-US" sz="3202" dirty="0">
                <a:solidFill>
                  <a:srgbClr val="112838"/>
                </a:solidFill>
                <a:latin typeface="Clear Sans Bold"/>
              </a:rPr>
              <a:t>, e, </a:t>
            </a:r>
            <a:r>
              <a:rPr lang="en-US" sz="3202" dirty="0" err="1">
                <a:solidFill>
                  <a:srgbClr val="112838"/>
                </a:solidFill>
                <a:latin typeface="Clear Sans Bold"/>
              </a:rPr>
              <a:t>também</a:t>
            </a:r>
            <a:r>
              <a:rPr lang="en-US" sz="3202" dirty="0">
                <a:solidFill>
                  <a:srgbClr val="112838"/>
                </a:solidFill>
                <a:latin typeface="Clear Sans Bold"/>
              </a:rPr>
              <a:t> </a:t>
            </a:r>
            <a:r>
              <a:rPr lang="en-US" sz="3202" dirty="0" err="1">
                <a:solidFill>
                  <a:srgbClr val="112838"/>
                </a:solidFill>
                <a:latin typeface="Clear Sans Bold"/>
              </a:rPr>
              <a:t>gosto</a:t>
            </a:r>
            <a:r>
              <a:rPr lang="en-US" sz="3202" dirty="0">
                <a:solidFill>
                  <a:srgbClr val="112838"/>
                </a:solidFill>
                <a:latin typeface="Clear Sans Bold"/>
              </a:rPr>
              <a:t> de </a:t>
            </a:r>
            <a:r>
              <a:rPr lang="en-US" sz="3202" dirty="0" err="1">
                <a:solidFill>
                  <a:srgbClr val="112838"/>
                </a:solidFill>
                <a:latin typeface="Clear Sans Bold"/>
              </a:rPr>
              <a:t>relaxar</a:t>
            </a:r>
            <a:r>
              <a:rPr lang="en-US" sz="3202" dirty="0">
                <a:solidFill>
                  <a:srgbClr val="112838"/>
                </a:solidFill>
                <a:latin typeface="Clear Sans Bold"/>
              </a:rPr>
              <a:t> </a:t>
            </a:r>
            <a:r>
              <a:rPr lang="en-US" sz="3202" dirty="0" err="1">
                <a:solidFill>
                  <a:srgbClr val="112838"/>
                </a:solidFill>
                <a:latin typeface="Clear Sans Bold"/>
              </a:rPr>
              <a:t>na</a:t>
            </a:r>
            <a:r>
              <a:rPr lang="en-US" sz="3202" dirty="0">
                <a:solidFill>
                  <a:srgbClr val="112838"/>
                </a:solidFill>
                <a:latin typeface="Clear Sans Bold"/>
              </a:rPr>
              <a:t> </a:t>
            </a:r>
            <a:r>
              <a:rPr lang="en-US" sz="3202" dirty="0" err="1">
                <a:solidFill>
                  <a:srgbClr val="112838"/>
                </a:solidFill>
                <a:latin typeface="Clear Sans Bold"/>
              </a:rPr>
              <a:t>praia</a:t>
            </a:r>
            <a:r>
              <a:rPr lang="en-US" sz="3202" dirty="0">
                <a:solidFill>
                  <a:srgbClr val="112838"/>
                </a:solidFill>
                <a:latin typeface="Clear Sans Bold"/>
              </a:rPr>
              <a:t> e </a:t>
            </a:r>
            <a:r>
              <a:rPr lang="en-US" sz="3202" dirty="0" err="1">
                <a:solidFill>
                  <a:srgbClr val="112838"/>
                </a:solidFill>
                <a:latin typeface="Clear Sans Bold"/>
              </a:rPr>
              <a:t>apenas</a:t>
            </a:r>
            <a:r>
              <a:rPr lang="en-US" sz="3202" dirty="0">
                <a:solidFill>
                  <a:srgbClr val="112838"/>
                </a:solidFill>
                <a:latin typeface="Clear Sans Bold"/>
              </a:rPr>
              <a:t> </a:t>
            </a:r>
            <a:r>
              <a:rPr lang="en-US" sz="3202" dirty="0" err="1">
                <a:solidFill>
                  <a:srgbClr val="112838"/>
                </a:solidFill>
                <a:latin typeface="Clear Sans Bold"/>
              </a:rPr>
              <a:t>aproveitar</a:t>
            </a:r>
            <a:r>
              <a:rPr lang="en-US" sz="3202" dirty="0">
                <a:solidFill>
                  <a:srgbClr val="112838"/>
                </a:solidFill>
                <a:latin typeface="Clear Sans Bold"/>
              </a:rPr>
              <a:t> o </a:t>
            </a:r>
            <a:r>
              <a:rPr lang="en-US" sz="3202" dirty="0" err="1">
                <a:solidFill>
                  <a:srgbClr val="112838"/>
                </a:solidFill>
                <a:latin typeface="Clear Sans Bold"/>
              </a:rPr>
              <a:t>cenário</a:t>
            </a:r>
            <a:r>
              <a:rPr lang="en-US" sz="3202" dirty="0">
                <a:solidFill>
                  <a:srgbClr val="112838"/>
                </a:solidFill>
                <a:latin typeface="Clear Sans Bold"/>
              </a:rPr>
              <a:t>.</a:t>
            </a:r>
          </a:p>
          <a:p>
            <a:pPr>
              <a:lnSpc>
                <a:spcPts val="4804"/>
              </a:lnSpc>
            </a:pPr>
            <a:r>
              <a:rPr lang="en-US" sz="3202" dirty="0">
                <a:solidFill>
                  <a:srgbClr val="112838"/>
                </a:solidFill>
                <a:latin typeface="Clear Sans Bold"/>
              </a:rPr>
              <a:t>7.Eu </a:t>
            </a:r>
            <a:r>
              <a:rPr lang="en-US" sz="3202" dirty="0" err="1">
                <a:solidFill>
                  <a:srgbClr val="112838"/>
                </a:solidFill>
                <a:latin typeface="Clear Sans Bold"/>
              </a:rPr>
              <a:t>tenho</a:t>
            </a:r>
            <a:r>
              <a:rPr lang="en-US" sz="3202" dirty="0">
                <a:solidFill>
                  <a:srgbClr val="112838"/>
                </a:solidFill>
                <a:latin typeface="Clear Sans Bold"/>
              </a:rPr>
              <a:t> um amigo que mora </a:t>
            </a:r>
            <a:r>
              <a:rPr lang="en-US" sz="3202" dirty="0" err="1">
                <a:solidFill>
                  <a:srgbClr val="112838"/>
                </a:solidFill>
                <a:latin typeface="Clear Sans Bold"/>
              </a:rPr>
              <a:t>em</a:t>
            </a:r>
            <a:r>
              <a:rPr lang="en-US" sz="3202" dirty="0">
                <a:solidFill>
                  <a:srgbClr val="112838"/>
                </a:solidFill>
                <a:latin typeface="Clear Sans Bold"/>
              </a:rPr>
              <a:t> </a:t>
            </a:r>
            <a:r>
              <a:rPr lang="en-US" sz="3202" dirty="0" err="1">
                <a:solidFill>
                  <a:srgbClr val="112838"/>
                </a:solidFill>
                <a:latin typeface="Clear Sans Bold"/>
              </a:rPr>
              <a:t>Veneza</a:t>
            </a:r>
            <a:r>
              <a:rPr lang="en-US" sz="3202" dirty="0">
                <a:solidFill>
                  <a:srgbClr val="112838"/>
                </a:solidFill>
                <a:latin typeface="Clear Sans Bold"/>
              </a:rPr>
              <a:t> e seria legal se </a:t>
            </a:r>
            <a:r>
              <a:rPr lang="en-US" sz="3202" dirty="0" err="1">
                <a:solidFill>
                  <a:srgbClr val="112838"/>
                </a:solidFill>
                <a:latin typeface="Clear Sans Bold"/>
              </a:rPr>
              <a:t>eu</a:t>
            </a:r>
            <a:r>
              <a:rPr lang="en-US" sz="3202" dirty="0">
                <a:solidFill>
                  <a:srgbClr val="112838"/>
                </a:solidFill>
                <a:latin typeface="Clear Sans Bold"/>
              </a:rPr>
              <a:t> </a:t>
            </a:r>
            <a:r>
              <a:rPr lang="en-US" sz="3202" dirty="0" err="1">
                <a:solidFill>
                  <a:srgbClr val="112838"/>
                </a:solidFill>
                <a:latin typeface="Clear Sans Bold"/>
              </a:rPr>
              <a:t>pudesse</a:t>
            </a:r>
            <a:r>
              <a:rPr lang="en-US" sz="3202" dirty="0">
                <a:solidFill>
                  <a:srgbClr val="112838"/>
                </a:solidFill>
                <a:latin typeface="Clear Sans Bold"/>
              </a:rPr>
              <a:t> </a:t>
            </a:r>
            <a:r>
              <a:rPr lang="en-US" sz="3202" dirty="0" err="1">
                <a:solidFill>
                  <a:srgbClr val="112838"/>
                </a:solidFill>
                <a:latin typeface="Clear Sans Bold"/>
              </a:rPr>
              <a:t>visitá</a:t>
            </a:r>
            <a:r>
              <a:rPr lang="en-US" sz="3202" dirty="0">
                <a:solidFill>
                  <a:srgbClr val="112838"/>
                </a:solidFill>
                <a:latin typeface="Clear Sans Bold"/>
              </a:rPr>
              <a:t>-lo (mas </a:t>
            </a:r>
            <a:r>
              <a:rPr lang="en-US" sz="3202" dirty="0" err="1">
                <a:solidFill>
                  <a:srgbClr val="112838"/>
                </a:solidFill>
                <a:latin typeface="Clear Sans Bold"/>
              </a:rPr>
              <a:t>isso</a:t>
            </a:r>
            <a:r>
              <a:rPr lang="en-US" sz="3202" dirty="0">
                <a:solidFill>
                  <a:srgbClr val="112838"/>
                </a:solidFill>
                <a:latin typeface="Clear Sans Bold"/>
              </a:rPr>
              <a:t> é </a:t>
            </a:r>
            <a:r>
              <a:rPr lang="en-US" sz="3202" dirty="0" err="1">
                <a:solidFill>
                  <a:srgbClr val="112838"/>
                </a:solidFill>
                <a:latin typeface="Clear Sans Bold"/>
              </a:rPr>
              <a:t>opcional</a:t>
            </a:r>
            <a:r>
              <a:rPr lang="en-US" sz="3202" dirty="0">
                <a:solidFill>
                  <a:srgbClr val="112838"/>
                </a:solidFill>
                <a:latin typeface="Clear Sans Bold"/>
              </a:rPr>
              <a:t>).</a:t>
            </a:r>
          </a:p>
          <a:p>
            <a:pPr>
              <a:lnSpc>
                <a:spcPts val="4804"/>
              </a:lnSpc>
            </a:pPr>
            <a:r>
              <a:rPr lang="en-US" sz="3202" dirty="0">
                <a:solidFill>
                  <a:srgbClr val="112838"/>
                </a:solidFill>
                <a:latin typeface="Clear Sans Bold"/>
              </a:rPr>
              <a:t>8.Eu </a:t>
            </a:r>
            <a:r>
              <a:rPr lang="en-US" sz="3202" dirty="0" err="1">
                <a:solidFill>
                  <a:srgbClr val="112838"/>
                </a:solidFill>
                <a:latin typeface="Clear Sans Bold"/>
              </a:rPr>
              <a:t>quero</a:t>
            </a:r>
            <a:r>
              <a:rPr lang="en-US" sz="3202" dirty="0">
                <a:solidFill>
                  <a:srgbClr val="112838"/>
                </a:solidFill>
                <a:latin typeface="Clear Sans Bold"/>
              </a:rPr>
              <a:t> </a:t>
            </a:r>
            <a:r>
              <a:rPr lang="en-US" sz="3202" dirty="0" err="1">
                <a:solidFill>
                  <a:srgbClr val="112838"/>
                </a:solidFill>
                <a:latin typeface="Clear Sans Bold"/>
              </a:rPr>
              <a:t>alugar</a:t>
            </a:r>
            <a:r>
              <a:rPr lang="en-US" sz="3202" dirty="0">
                <a:solidFill>
                  <a:srgbClr val="112838"/>
                </a:solidFill>
                <a:latin typeface="Clear Sans Bold"/>
              </a:rPr>
              <a:t> um </a:t>
            </a:r>
            <a:r>
              <a:rPr lang="en-US" sz="3202" dirty="0" err="1">
                <a:solidFill>
                  <a:srgbClr val="112838"/>
                </a:solidFill>
                <a:latin typeface="Clear Sans Bold"/>
              </a:rPr>
              <a:t>carro</a:t>
            </a:r>
            <a:r>
              <a:rPr lang="en-US" sz="3202" dirty="0">
                <a:solidFill>
                  <a:srgbClr val="112838"/>
                </a:solidFill>
                <a:latin typeface="Clear Sans Bold"/>
              </a:rPr>
              <a:t>, </a:t>
            </a:r>
            <a:r>
              <a:rPr lang="en-US" sz="3202" dirty="0" err="1">
                <a:solidFill>
                  <a:srgbClr val="112838"/>
                </a:solidFill>
                <a:latin typeface="Clear Sans Bold"/>
              </a:rPr>
              <a:t>não</a:t>
            </a:r>
            <a:r>
              <a:rPr lang="en-US" sz="3202" dirty="0">
                <a:solidFill>
                  <a:srgbClr val="112838"/>
                </a:solidFill>
                <a:latin typeface="Clear Sans Bold"/>
              </a:rPr>
              <a:t> </a:t>
            </a:r>
            <a:r>
              <a:rPr lang="en-US" sz="3202" dirty="0" err="1">
                <a:solidFill>
                  <a:srgbClr val="112838"/>
                </a:solidFill>
                <a:latin typeface="Clear Sans Bold"/>
              </a:rPr>
              <a:t>luxuoso</a:t>
            </a:r>
            <a:r>
              <a:rPr lang="en-US" sz="3202" dirty="0">
                <a:solidFill>
                  <a:srgbClr val="112838"/>
                </a:solidFill>
                <a:latin typeface="Clear Sans Bold"/>
              </a:rPr>
              <a:t>, mas </a:t>
            </a:r>
            <a:r>
              <a:rPr lang="en-US" sz="3202" dirty="0" err="1">
                <a:solidFill>
                  <a:srgbClr val="112838"/>
                </a:solidFill>
                <a:latin typeface="Clear Sans Bold"/>
              </a:rPr>
              <a:t>em</a:t>
            </a:r>
            <a:r>
              <a:rPr lang="en-US" sz="3202" dirty="0">
                <a:solidFill>
                  <a:srgbClr val="112838"/>
                </a:solidFill>
                <a:latin typeface="Clear Sans Bold"/>
              </a:rPr>
              <a:t> boas </a:t>
            </a:r>
            <a:r>
              <a:rPr lang="en-US" sz="3202" dirty="0" err="1">
                <a:solidFill>
                  <a:srgbClr val="112838"/>
                </a:solidFill>
                <a:latin typeface="Clear Sans Bold"/>
              </a:rPr>
              <a:t>condições</a:t>
            </a:r>
            <a:r>
              <a:rPr lang="en-US" sz="3202" dirty="0">
                <a:solidFill>
                  <a:srgbClr val="112838"/>
                </a:solidFill>
                <a:latin typeface="Clear Sans Bold"/>
              </a:rPr>
              <a:t>.</a:t>
            </a:r>
          </a:p>
          <a:p>
            <a:pPr>
              <a:lnSpc>
                <a:spcPts val="4804"/>
              </a:lnSpc>
            </a:pPr>
            <a:endParaRPr lang="en-US" sz="3202" dirty="0">
              <a:solidFill>
                <a:srgbClr val="112838"/>
              </a:solidFill>
              <a:latin typeface="Clear Sa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130</Words>
  <Application>Microsoft Office PowerPoint</Application>
  <PresentationFormat>Personalizar</PresentationFormat>
  <Paragraphs>9</Paragraphs>
  <Slides>2</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vt:i4>
      </vt:variant>
    </vt:vector>
  </HeadingPairs>
  <TitlesOfParts>
    <vt:vector size="8" baseType="lpstr">
      <vt:lpstr>Clear Sans Bold</vt:lpstr>
      <vt:lpstr>Calibri</vt:lpstr>
      <vt:lpstr>Arial</vt:lpstr>
      <vt:lpstr>Clear Sans</vt:lpstr>
      <vt:lpstr>Lazydog</vt:lpstr>
      <vt:lpstr>Office Theme</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“Olá, meu nome é John e estou planejando fazer uma road trip pela Europa. Ouvi dizer que sua agência tem as melhores opções para viagens de última hora. Estou interessado em explorar os países da Europa Ocidental. Não quero gastar muito dinheiro, não</dc:title>
  <cp:lastModifiedBy>Silvana Lucas</cp:lastModifiedBy>
  <cp:revision>2</cp:revision>
  <dcterms:created xsi:type="dcterms:W3CDTF">2006-08-16T00:00:00Z</dcterms:created>
  <dcterms:modified xsi:type="dcterms:W3CDTF">2025-01-16T11:27:17Z</dcterms:modified>
  <dc:identifier>DAFojgb9cik</dc:identifier>
</cp:coreProperties>
</file>