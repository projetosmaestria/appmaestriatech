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27E84-1AA3-4DE0-B1DD-B2488B7DF6EC}" type="datetimeFigureOut">
              <a:rPr lang="pt-BR" smtClean="0"/>
              <a:t>17/06/2019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E9160-F314-4C44-B885-41F863B2CD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9883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27E84-1AA3-4DE0-B1DD-B2488B7DF6EC}" type="datetimeFigureOut">
              <a:rPr lang="pt-BR" smtClean="0"/>
              <a:t>17/06/2019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E9160-F314-4C44-B885-41F863B2CD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2334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427E84-1AA3-4DE0-B1DD-B2488B7DF6EC}" type="datetimeFigureOut">
              <a:rPr lang="pt-BR" smtClean="0"/>
              <a:t>17/06/2019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37E9160-F314-4C44-B885-41F863B2CD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31287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27E84-1AA3-4DE0-B1DD-B2488B7DF6EC}" type="datetimeFigureOut">
              <a:rPr lang="pt-BR" smtClean="0"/>
              <a:t>17/06/2019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E9160-F314-4C44-B885-41F863B2CD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6244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27E84-1AA3-4DE0-B1DD-B2488B7DF6EC}" type="datetimeFigureOut">
              <a:rPr lang="pt-BR" smtClean="0"/>
              <a:t>17/06/2019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E9160-F314-4C44-B885-41F863B2CD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5454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27E84-1AA3-4DE0-B1DD-B2488B7DF6EC}" type="datetimeFigureOut">
              <a:rPr lang="pt-BR" smtClean="0"/>
              <a:t>17/06/2019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E9160-F314-4C44-B885-41F863B2CD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8484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27E84-1AA3-4DE0-B1DD-B2488B7DF6EC}" type="datetimeFigureOut">
              <a:rPr lang="pt-BR" smtClean="0"/>
              <a:t>17/06/2019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E9160-F314-4C44-B885-41F863B2CD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1284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27E84-1AA3-4DE0-B1DD-B2488B7DF6EC}" type="datetimeFigureOut">
              <a:rPr lang="pt-BR" smtClean="0"/>
              <a:t>17/06/2019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E9160-F314-4C44-B885-41F863B2CD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8050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27E84-1AA3-4DE0-B1DD-B2488B7DF6EC}" type="datetimeFigureOut">
              <a:rPr lang="pt-BR" smtClean="0"/>
              <a:t>17/06/2019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E9160-F314-4C44-B885-41F863B2CD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1214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27E84-1AA3-4DE0-B1DD-B2488B7DF6EC}" type="datetimeFigureOut">
              <a:rPr lang="pt-BR" smtClean="0"/>
              <a:t>17/06/2019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E9160-F314-4C44-B885-41F863B2CD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068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DD427E84-1AA3-4DE0-B1DD-B2488B7DF6EC}" type="datetimeFigureOut">
              <a:rPr lang="pt-BR" smtClean="0"/>
              <a:t>17/06/2019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137E9160-F314-4C44-B885-41F863B2CD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6265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DD427E84-1AA3-4DE0-B1DD-B2488B7DF6EC}" type="datetimeFigureOut">
              <a:rPr lang="pt-BR" smtClean="0"/>
              <a:t>17/06/2019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137E9160-F314-4C44-B885-41F863B2CD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60024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11D61C18-D759-4DC4-BB4B-DD18E8105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874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vestuário&#10;&#10;Descrição gerada automaticamente">
            <a:extLst>
              <a:ext uri="{FF2B5EF4-FFF2-40B4-BE49-F238E27FC236}">
                <a16:creationId xmlns:a16="http://schemas.microsoft.com/office/drawing/2014/main" id="{ECF8FFD5-AEEE-4327-A667-2CB0CDFEA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36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543811D-007F-4472-8241-039DA0981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567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8D2812B-F6C2-4BA7-A6A2-FE70A21491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488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6C14B0-830C-453C-9BB5-288C3F7C150A}"/>
              </a:ext>
            </a:extLst>
          </p:cNvPr>
          <p:cNvSpPr txBox="1"/>
          <p:nvPr/>
        </p:nvSpPr>
        <p:spPr>
          <a:xfrm>
            <a:off x="266872" y="612844"/>
            <a:ext cx="11658256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000" b="1" dirty="0">
                <a:latin typeface="Broadway" panose="04040905080B02020502" pitchFamily="82" charset="0"/>
              </a:rPr>
              <a:t> </a:t>
            </a:r>
            <a:r>
              <a:rPr lang="pt-BR" sz="7200" b="1" dirty="0">
                <a:latin typeface="Broadway" panose="04040905080B02020502" pitchFamily="82" charset="0"/>
              </a:rPr>
              <a:t>AGORA É A NOSSA VEZ!</a:t>
            </a:r>
          </a:p>
          <a:p>
            <a:pPr algn="ctr"/>
            <a:r>
              <a:rPr lang="pt-BR" sz="7200" b="1" dirty="0">
                <a:latin typeface="Broadway" panose="04040905080B02020502" pitchFamily="82" charset="0"/>
              </a:rPr>
              <a:t> </a:t>
            </a:r>
          </a:p>
          <a:p>
            <a:pPr algn="ctr"/>
            <a:r>
              <a:rPr lang="pt-BR" sz="7200" b="1" dirty="0">
                <a:latin typeface="Broadway" panose="04040905080B02020502" pitchFamily="82" charset="0"/>
              </a:rPr>
              <a:t>VAMOS CRIAR AS</a:t>
            </a:r>
          </a:p>
          <a:p>
            <a:pPr algn="ctr"/>
            <a:r>
              <a:rPr lang="pt-BR" sz="7200" b="1" dirty="0">
                <a:latin typeface="Broadway" panose="04040905080B02020502" pitchFamily="82" charset="0"/>
              </a:rPr>
              <a:t> </a:t>
            </a:r>
          </a:p>
          <a:p>
            <a:pPr algn="ctr"/>
            <a:r>
              <a:rPr lang="pt-BR" sz="7200" b="1" dirty="0">
                <a:latin typeface="Broadway" panose="04040905080B02020502" pitchFamily="82" charset="0"/>
              </a:rPr>
              <a:t>NOSSAS ROUPAS?</a:t>
            </a:r>
          </a:p>
        </p:txBody>
      </p:sp>
    </p:spTree>
    <p:extLst>
      <p:ext uri="{BB962C8B-B14F-4D97-AF65-F5344CB8AC3E}">
        <p14:creationId xmlns:p14="http://schemas.microsoft.com/office/powerpoint/2010/main" val="2560419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m Tiras">
  <a:themeElements>
    <a:clrScheme name="Em Tiras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Em Tira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m Tiras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TM03090430[[fn=Em Tiras]]</Template>
  <TotalTime>16</TotalTime>
  <Words>15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Broadway</vt:lpstr>
      <vt:lpstr>Corbel</vt:lpstr>
      <vt:lpstr>Wingdings</vt:lpstr>
      <vt:lpstr>Em Tiras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Silvana Lucas</dc:creator>
  <cp:lastModifiedBy>Silvana Lucas</cp:lastModifiedBy>
  <cp:revision>2</cp:revision>
  <dcterms:created xsi:type="dcterms:W3CDTF">2019-06-17T18:34:15Z</dcterms:created>
  <dcterms:modified xsi:type="dcterms:W3CDTF">2019-06-17T18:51:12Z</dcterms:modified>
</cp:coreProperties>
</file>